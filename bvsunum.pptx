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5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media/image7.svg" ContentType="image/svg"/>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3.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35.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36.xml" ContentType="application/vnd.openxmlformats-officedocument.presentationml.slideLayout+xml"/>
  <Override PartName="/ppt/slideLayouts/slideLayout24.xml" ContentType="application/vnd.openxmlformats-officedocument.presentationml.slideLayout+xml"/>
  <Override PartName="/ppt/slideLayouts/slideLayout6.xml" ContentType="application/vnd.openxmlformats-officedocument.presentationml.slideLayout+xml"/>
  <Override PartName="/ppt/slideLayouts/slideLayout37.xml" ContentType="application/vnd.openxmlformats-officedocument.presentationml.slideLayout+xml"/>
  <Override PartName="/ppt/slideLayouts/slideLayout25.xml" ContentType="application/vnd.openxmlformats-officedocument.presentationml.slideLayout+xml"/>
  <Override PartName="/ppt/slideLayouts/slideLayout7.xml" ContentType="application/vnd.openxmlformats-officedocument.presentationml.slideLayout+xml"/>
  <Override PartName="/ppt/slideLayouts/slideLayout38.xml" ContentType="application/vnd.openxmlformats-officedocument.presentationml.slideLayout+xml"/>
  <Override PartName="/ppt/slideLayouts/slideLayout8.xml" ContentType="application/vnd.openxmlformats-officedocument.presentationml.slideLayout+xml"/>
  <Override PartName="/ppt/slideLayouts/slideLayout39.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36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365"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366" name="PlaceHolder 4"/>
          <p:cNvSpPr>
            <a:spLocks noGrp="1"/>
          </p:cNvSpPr>
          <p:nvPr>
            <p:ph type="dt" idx="151"/>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67" name="PlaceHolder 5"/>
          <p:cNvSpPr>
            <a:spLocks noGrp="1"/>
          </p:cNvSpPr>
          <p:nvPr>
            <p:ph type="ftr" idx="152"/>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8" name="PlaceHolder 6"/>
          <p:cNvSpPr>
            <a:spLocks noGrp="1"/>
          </p:cNvSpPr>
          <p:nvPr>
            <p:ph type="sldNum" idx="153"/>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B4E3A6B-8503-4748-BD27-A6356C00B299}"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685800" y="1143000"/>
            <a:ext cx="5485320" cy="3085200"/>
          </a:xfrm>
          <a:prstGeom prst="rect">
            <a:avLst/>
          </a:prstGeom>
          <a:ln w="0">
            <a:noFill/>
          </a:ln>
        </p:spPr>
      </p:sp>
      <p:sp>
        <p:nvSpPr>
          <p:cNvPr id="40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
        <p:nvSpPr>
          <p:cNvPr id="401" name="PlaceHolder 3"/>
          <p:cNvSpPr>
            <a:spLocks noGrp="1"/>
          </p:cNvSpPr>
          <p:nvPr>
            <p:ph type="sldNum" idx="154"/>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685800" y="1143000"/>
            <a:ext cx="5485320" cy="3085200"/>
          </a:xfrm>
          <a:prstGeom prst="rect">
            <a:avLst/>
          </a:prstGeom>
          <a:ln w="0">
            <a:noFill/>
          </a:ln>
        </p:spPr>
      </p:sp>
      <p:sp>
        <p:nvSpPr>
          <p:cNvPr id="40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04" name="PlaceHolder 3"/>
          <p:cNvSpPr>
            <a:spLocks noGrp="1"/>
          </p:cNvSpPr>
          <p:nvPr>
            <p:ph type="sldNum" idx="155"/>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685800" y="1143000"/>
            <a:ext cx="5485320" cy="3085200"/>
          </a:xfrm>
          <a:prstGeom prst="rect">
            <a:avLst/>
          </a:prstGeom>
          <a:ln w="0">
            <a:noFill/>
          </a:ln>
        </p:spPr>
      </p:sp>
      <p:sp>
        <p:nvSpPr>
          <p:cNvPr id="40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07" name="PlaceHolder 3"/>
          <p:cNvSpPr>
            <a:spLocks noGrp="1"/>
          </p:cNvSpPr>
          <p:nvPr>
            <p:ph type="sldNum" idx="156"/>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685800" y="1143000"/>
            <a:ext cx="5485320" cy="3085200"/>
          </a:xfrm>
          <a:prstGeom prst="rect">
            <a:avLst/>
          </a:prstGeom>
          <a:ln w="0">
            <a:noFill/>
          </a:ln>
        </p:spPr>
      </p:sp>
      <p:sp>
        <p:nvSpPr>
          <p:cNvPr id="40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10" name="PlaceHolder 3"/>
          <p:cNvSpPr>
            <a:spLocks noGrp="1"/>
          </p:cNvSpPr>
          <p:nvPr>
            <p:ph type="sldNum" idx="157"/>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5320" cy="3085200"/>
          </a:xfrm>
          <a:prstGeom prst="rect">
            <a:avLst/>
          </a:prstGeom>
          <a:ln w="0">
            <a:noFill/>
          </a:ln>
        </p:spPr>
      </p:sp>
      <p:sp>
        <p:nvSpPr>
          <p:cNvPr id="41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13" name="PlaceHolder 3"/>
          <p:cNvSpPr>
            <a:spLocks noGrp="1"/>
          </p:cNvSpPr>
          <p:nvPr>
            <p:ph type="sldNum" idx="158"/>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5320" cy="3085200"/>
          </a:xfrm>
          <a:prstGeom prst="rect">
            <a:avLst/>
          </a:prstGeom>
          <a:ln w="0">
            <a:noFill/>
          </a:ln>
        </p:spPr>
      </p:sp>
      <p:sp>
        <p:nvSpPr>
          <p:cNvPr id="41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16" name="PlaceHolder 3"/>
          <p:cNvSpPr>
            <a:spLocks noGrp="1"/>
          </p:cNvSpPr>
          <p:nvPr>
            <p:ph type="sldNum" idx="159"/>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685800" y="1143000"/>
            <a:ext cx="5485320" cy="3085200"/>
          </a:xfrm>
          <a:prstGeom prst="rect">
            <a:avLst/>
          </a:prstGeom>
          <a:ln w="0">
            <a:noFill/>
          </a:ln>
        </p:spPr>
      </p:sp>
      <p:sp>
        <p:nvSpPr>
          <p:cNvPr id="41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19" name="PlaceHolder 3"/>
          <p:cNvSpPr>
            <a:spLocks noGrp="1"/>
          </p:cNvSpPr>
          <p:nvPr>
            <p:ph type="sldNum" idx="160"/>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685800" y="1143000"/>
            <a:ext cx="5485320" cy="3085200"/>
          </a:xfrm>
          <a:prstGeom prst="rect">
            <a:avLst/>
          </a:prstGeom>
          <a:ln w="0">
            <a:noFill/>
          </a:ln>
        </p:spPr>
      </p:sp>
      <p:sp>
        <p:nvSpPr>
          <p:cNvPr id="42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2" name="PlaceHolder 3"/>
          <p:cNvSpPr>
            <a:spLocks noGrp="1"/>
          </p:cNvSpPr>
          <p:nvPr>
            <p:ph type="sldNum" idx="161"/>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685800" y="1143000"/>
            <a:ext cx="5485320" cy="3085200"/>
          </a:xfrm>
          <a:prstGeom prst="rect">
            <a:avLst/>
          </a:prstGeom>
          <a:ln w="0">
            <a:noFill/>
          </a:ln>
        </p:spPr>
      </p:sp>
      <p:sp>
        <p:nvSpPr>
          <p:cNvPr id="42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5" name="PlaceHolder 3"/>
          <p:cNvSpPr>
            <a:spLocks noGrp="1"/>
          </p:cNvSpPr>
          <p:nvPr>
            <p:ph type="sldNum" idx="162"/>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685800" y="1143000"/>
            <a:ext cx="5485320" cy="3085200"/>
          </a:xfrm>
          <a:prstGeom prst="rect">
            <a:avLst/>
          </a:prstGeom>
          <a:ln w="0">
            <a:noFill/>
          </a:ln>
        </p:spPr>
      </p:sp>
      <p:sp>
        <p:nvSpPr>
          <p:cNvPr id="42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8" name="PlaceHolder 3"/>
          <p:cNvSpPr>
            <a:spLocks noGrp="1"/>
          </p:cNvSpPr>
          <p:nvPr>
            <p:ph type="sldNum" idx="163"/>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685800" y="1143000"/>
            <a:ext cx="5485320" cy="3085200"/>
          </a:xfrm>
          <a:prstGeom prst="rect">
            <a:avLst/>
          </a:prstGeom>
          <a:ln w="0">
            <a:noFill/>
          </a:ln>
        </p:spPr>
      </p:sp>
      <p:sp>
        <p:nvSpPr>
          <p:cNvPr id="43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31" name="PlaceHolder 3"/>
          <p:cNvSpPr>
            <a:spLocks noGrp="1"/>
          </p:cNvSpPr>
          <p:nvPr>
            <p:ph type="sldNum" idx="164"/>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685800" y="1143000"/>
            <a:ext cx="5485320" cy="3085200"/>
          </a:xfrm>
          <a:prstGeom prst="rect">
            <a:avLst/>
          </a:prstGeom>
          <a:ln w="0">
            <a:noFill/>
          </a:ln>
        </p:spPr>
      </p:sp>
      <p:sp>
        <p:nvSpPr>
          <p:cNvPr id="43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34" name="PlaceHolder 3"/>
          <p:cNvSpPr>
            <a:spLocks noGrp="1"/>
          </p:cNvSpPr>
          <p:nvPr>
            <p:ph type="sldNum" idx="165"/>
          </p:nvPr>
        </p:nvSpPr>
        <p:spPr>
          <a:xfrm>
            <a:off x="3884760" y="8685360"/>
            <a:ext cx="2970720" cy="457560"/>
          </a:xfrm>
          <a:prstGeom prst="rect">
            <a:avLst/>
          </a:prstGeom>
          <a:noFill/>
          <a:ln w="0">
            <a:noFill/>
          </a:ln>
        </p:spPr>
        <p:txBody>
          <a:bodyPr lIns="91440" rIns="91440" tIns="45720" bIns="45720" anchor="b">
            <a:noAutofit/>
          </a:bodyPr>
          <a:p>
            <a:pPr indent="0">
              <a:buNone/>
            </a:pPr>
            <a:endParaRPr lang="en-US"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7">
    <p:bg>
      <p:bgPr>
        <a:solidFill>
          <a:schemeClr val="lt2"/>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212680" y="687960"/>
            <a:ext cx="3362040" cy="199224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 name="PlaceHolder 2"/>
          <p:cNvSpPr>
            <a:spLocks noGrp="1"/>
          </p:cNvSpPr>
          <p:nvPr>
            <p:ph type="body"/>
          </p:nvPr>
        </p:nvSpPr>
        <p:spPr>
          <a:xfrm>
            <a:off x="0" y="0"/>
            <a:ext cx="7583040" cy="6856920"/>
          </a:xfrm>
          <a:prstGeom prst="rect">
            <a:avLst/>
          </a:prstGeom>
          <a:blipFill rotWithShape="0">
            <a:blip r:embed="rId2">
              <a:alphaModFix amt="60000"/>
            </a:blip>
            <a:stretch/>
          </a:blipFill>
          <a:ln w="0">
            <a:noFill/>
          </a:ln>
        </p:spPr>
        <p:txBody>
          <a:bodyPr lIns="90000" rIns="90000" tIns="45000" bIns="45000" anchor="t">
            <a:no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
        <p:nvSpPr>
          <p:cNvPr id="4" name="PlaceHolder 3"/>
          <p:cNvSpPr>
            <a:spLocks noGrp="1"/>
          </p:cNvSpPr>
          <p:nvPr>
            <p:ph type="body"/>
          </p:nvPr>
        </p:nvSpPr>
        <p:spPr>
          <a:xfrm>
            <a:off x="8212680" y="2880360"/>
            <a:ext cx="3362040" cy="327348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5" name="PlaceHolder 4"/>
          <p:cNvSpPr>
            <a:spLocks noGrp="1"/>
          </p:cNvSpPr>
          <p:nvPr>
            <p:ph type="ftr" idx="1"/>
          </p:nvPr>
        </p:nvSpPr>
        <p:spPr>
          <a:xfrm>
            <a:off x="8212680" y="6343920"/>
            <a:ext cx="201096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6" name="PlaceHolder 5"/>
          <p:cNvSpPr>
            <a:spLocks noGrp="1"/>
          </p:cNvSpPr>
          <p:nvPr>
            <p:ph type="dt" idx="2"/>
          </p:nvPr>
        </p:nvSpPr>
        <p:spPr>
          <a:xfrm>
            <a:off x="10224720" y="6343920"/>
            <a:ext cx="9212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7" name="PlaceHolder 6"/>
          <p:cNvSpPr>
            <a:spLocks noGrp="1"/>
          </p:cNvSpPr>
          <p:nvPr>
            <p:ph type="sldNum" idx="3"/>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8">
    <p:bg>
      <p:bgPr>
        <a:solidFill>
          <a:schemeClr val="lt2"/>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15600" y="685800"/>
            <a:ext cx="3363840" cy="199512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9" name="PlaceHolder 2"/>
          <p:cNvSpPr>
            <a:spLocks noGrp="1"/>
          </p:cNvSpPr>
          <p:nvPr>
            <p:ph type="body"/>
          </p:nvPr>
        </p:nvSpPr>
        <p:spPr>
          <a:xfrm>
            <a:off x="615600" y="2880360"/>
            <a:ext cx="3363840" cy="323388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10" name="PlaceHolder 3"/>
          <p:cNvSpPr>
            <a:spLocks noGrp="1"/>
          </p:cNvSpPr>
          <p:nvPr>
            <p:ph type="ftr" idx="4"/>
          </p:nvPr>
        </p:nvSpPr>
        <p:spPr>
          <a:xfrm>
            <a:off x="615600" y="6343920"/>
            <a:ext cx="201096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11" name="PlaceHolder 4"/>
          <p:cNvSpPr>
            <a:spLocks noGrp="1"/>
          </p:cNvSpPr>
          <p:nvPr>
            <p:ph type="dt" idx="5"/>
          </p:nvPr>
        </p:nvSpPr>
        <p:spPr>
          <a:xfrm>
            <a:off x="2627640" y="6343920"/>
            <a:ext cx="9212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354996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13" name="PlaceHolder 6"/>
          <p:cNvSpPr>
            <a:spLocks noGrp="1"/>
          </p:cNvSpPr>
          <p:nvPr>
            <p:ph type="body"/>
          </p:nvPr>
        </p:nvSpPr>
        <p:spPr>
          <a:xfrm>
            <a:off x="4608000" y="0"/>
            <a:ext cx="7583040" cy="6856920"/>
          </a:xfrm>
          <a:prstGeom prst="rect">
            <a:avLst/>
          </a:prstGeom>
          <a:blipFill rotWithShape="0">
            <a:blip r:embed="rId2">
              <a:alphaModFix amt="60000"/>
            </a:blip>
            <a:stretch/>
          </a:blipFill>
          <a:ln w="0">
            <a:noFill/>
          </a:ln>
        </p:spPr>
        <p:txBody>
          <a:bodyPr lIns="90000" rIns="90000" tIns="45000" bIns="45000" anchor="t">
            <a:no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p:bg>
      <p:bgPr>
        <a:solidFill>
          <a:schemeClr val="dk2"/>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12720" y="685800"/>
            <a:ext cx="10054440" cy="400644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9000" b="0" u="none" strike="noStrike" cap="all">
                <a:solidFill>
                  <a:schemeClr val="lt2"/>
                </a:solidFill>
                <a:effectLst/>
                <a:uFillTx/>
                <a:latin typeface="Bahnschrift SemiLight"/>
              </a:rPr>
              <a:t>Asıl başlık stilini düzenlemek için tıklayın</a:t>
            </a:r>
            <a:endParaRPr lang="en-US" sz="9000" b="0" u="none" strike="noStrike">
              <a:solidFill>
                <a:srgbClr val="ffffff"/>
              </a:solidFill>
              <a:effectLst/>
              <a:uFillTx/>
              <a:latin typeface="Arial"/>
            </a:endParaRPr>
          </a:p>
        </p:txBody>
      </p:sp>
      <p:sp>
        <p:nvSpPr>
          <p:cNvPr id="15" name="PlaceHolder 2"/>
          <p:cNvSpPr>
            <a:spLocks noGrp="1"/>
          </p:cNvSpPr>
          <p:nvPr>
            <p:ph type="ftr" idx="7"/>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 </a:t>
            </a:r>
            <a:endParaRPr lang="en-US" sz="800" b="0" u="none" strike="noStrike">
              <a:solidFill>
                <a:srgbClr val="ffffff"/>
              </a:solidFill>
              <a:effectLst/>
              <a:uFillTx/>
              <a:latin typeface="Times New Roman"/>
            </a:endParaRPr>
          </a:p>
        </p:txBody>
      </p:sp>
      <p:sp>
        <p:nvSpPr>
          <p:cNvPr id="16" name="PlaceHolder 3"/>
          <p:cNvSpPr>
            <a:spLocks noGrp="1"/>
          </p:cNvSpPr>
          <p:nvPr>
            <p:ph type="dt" idx="8"/>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 </a:t>
            </a:r>
            <a:endParaRPr lang="en-US" sz="800" b="0" u="none" strike="noStrike">
              <a:solidFill>
                <a:srgbClr val="ffffff"/>
              </a:solidFill>
              <a:effectLst/>
              <a:uFillTx/>
              <a:latin typeface="Times New Roman"/>
            </a:endParaRPr>
          </a:p>
        </p:txBody>
      </p:sp>
      <p:sp>
        <p:nvSpPr>
          <p:cNvPr id="17" name="PlaceHolder 4"/>
          <p:cNvSpPr>
            <a:spLocks noGrp="1"/>
          </p:cNvSpPr>
          <p:nvPr>
            <p:ph type="sldNum" idx="9"/>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
        <p:nvSpPr>
          <p:cNvPr id="18" name="Serbest Biçim: Şekil 6"/>
          <p:cNvSpPr/>
          <p:nvPr/>
        </p:nvSpPr>
        <p:spPr>
          <a:xfrm>
            <a:off x="11250720" y="464832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9" name="Serbest Form: Şekil 7"/>
          <p:cNvSpPr/>
          <p:nvPr/>
        </p:nvSpPr>
        <p:spPr>
          <a:xfrm>
            <a:off x="685800" y="499860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cc563b"/>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0" name="Serbest Biçim: Şekil 8"/>
          <p:cNvSpPr/>
          <p:nvPr/>
        </p:nvSpPr>
        <p:spPr>
          <a:xfrm>
            <a:off x="10998720" y="47307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1" name="Serbest Biçim: Şekil 9"/>
          <p:cNvSpPr/>
          <p:nvPr/>
        </p:nvSpPr>
        <p:spPr>
          <a:xfrm>
            <a:off x="10976040" y="47307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9">
    <p:bg>
      <p:bgPr>
        <a:solidFill>
          <a:schemeClr val="lt2"/>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839080" y="685800"/>
            <a:ext cx="2747160" cy="27421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3" name="PlaceHolder 2"/>
          <p:cNvSpPr>
            <a:spLocks noGrp="1"/>
          </p:cNvSpPr>
          <p:nvPr>
            <p:ph type="body"/>
          </p:nvPr>
        </p:nvSpPr>
        <p:spPr>
          <a:xfrm>
            <a:off x="0" y="0"/>
            <a:ext cx="8228520" cy="68569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24" name="PlaceHolder 3"/>
          <p:cNvSpPr>
            <a:spLocks noGrp="1"/>
          </p:cNvSpPr>
          <p:nvPr>
            <p:ph type="body"/>
          </p:nvPr>
        </p:nvSpPr>
        <p:spPr>
          <a:xfrm>
            <a:off x="8839080" y="3703320"/>
            <a:ext cx="2742120" cy="247500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25" name="PlaceHolder 4"/>
          <p:cNvSpPr>
            <a:spLocks noGrp="1"/>
          </p:cNvSpPr>
          <p:nvPr>
            <p:ph type="ftr" idx="10"/>
          </p:nvPr>
        </p:nvSpPr>
        <p:spPr>
          <a:xfrm>
            <a:off x="8839080" y="6343920"/>
            <a:ext cx="140328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26" name="PlaceHolder 5"/>
          <p:cNvSpPr>
            <a:spLocks noGrp="1"/>
          </p:cNvSpPr>
          <p:nvPr>
            <p:ph type="dt" idx="11"/>
          </p:nvPr>
        </p:nvSpPr>
        <p:spPr>
          <a:xfrm>
            <a:off x="10292400" y="6343920"/>
            <a:ext cx="8535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27" name="PlaceHolder 6"/>
          <p:cNvSpPr>
            <a:spLocks noGrp="1"/>
          </p:cNvSpPr>
          <p:nvPr>
            <p:ph type="sldNum" idx="12"/>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0">
    <p:bg>
      <p:bgPr>
        <a:solidFill>
          <a:schemeClr val="lt2"/>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15600" y="685800"/>
            <a:ext cx="2747160" cy="27421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9" name="PlaceHolder 2"/>
          <p:cNvSpPr>
            <a:spLocks noGrp="1"/>
          </p:cNvSpPr>
          <p:nvPr>
            <p:ph type="body"/>
          </p:nvPr>
        </p:nvSpPr>
        <p:spPr>
          <a:xfrm>
            <a:off x="616680" y="3703320"/>
            <a:ext cx="2742120" cy="247500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0" name="PlaceHolder 3"/>
          <p:cNvSpPr>
            <a:spLocks noGrp="1"/>
          </p:cNvSpPr>
          <p:nvPr>
            <p:ph type="ftr" idx="13"/>
          </p:nvPr>
        </p:nvSpPr>
        <p:spPr>
          <a:xfrm>
            <a:off x="615600" y="6343920"/>
            <a:ext cx="140328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31" name="PlaceHolder 4"/>
          <p:cNvSpPr>
            <a:spLocks noGrp="1"/>
          </p:cNvSpPr>
          <p:nvPr>
            <p:ph type="dt" idx="14"/>
          </p:nvPr>
        </p:nvSpPr>
        <p:spPr>
          <a:xfrm>
            <a:off x="2068920" y="6343920"/>
            <a:ext cx="8535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32" name="PlaceHolder 5"/>
          <p:cNvSpPr>
            <a:spLocks noGrp="1"/>
          </p:cNvSpPr>
          <p:nvPr>
            <p:ph type="sldNum" idx="15"/>
          </p:nvPr>
        </p:nvSpPr>
        <p:spPr>
          <a:xfrm>
            <a:off x="292356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33" name="PlaceHolder 6"/>
          <p:cNvSpPr>
            <a:spLocks noGrp="1"/>
          </p:cNvSpPr>
          <p:nvPr>
            <p:ph type="body"/>
          </p:nvPr>
        </p:nvSpPr>
        <p:spPr>
          <a:xfrm>
            <a:off x="3962520" y="0"/>
            <a:ext cx="8228520" cy="68569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1">
    <p:bg>
      <p:bgPr>
        <a:solidFill>
          <a:schemeClr val="lt2"/>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12720" y="4343400"/>
            <a:ext cx="4018320" cy="115884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5" name="PlaceHolder 2"/>
          <p:cNvSpPr>
            <a:spLocks noGrp="1"/>
          </p:cNvSpPr>
          <p:nvPr>
            <p:ph type="body"/>
          </p:nvPr>
        </p:nvSpPr>
        <p:spPr>
          <a:xfrm>
            <a:off x="0" y="0"/>
            <a:ext cx="12191040" cy="38851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36" name="PlaceHolder 3"/>
          <p:cNvSpPr>
            <a:spLocks noGrp="1"/>
          </p:cNvSpPr>
          <p:nvPr>
            <p:ph type="body"/>
          </p:nvPr>
        </p:nvSpPr>
        <p:spPr>
          <a:xfrm>
            <a:off x="5181480" y="4343400"/>
            <a:ext cx="6399720" cy="115884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7" name="PlaceHolder 4"/>
          <p:cNvSpPr>
            <a:spLocks noGrp="1"/>
          </p:cNvSpPr>
          <p:nvPr>
            <p:ph type="ftr" idx="16"/>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38" name="PlaceHolder 5"/>
          <p:cNvSpPr>
            <a:spLocks noGrp="1"/>
          </p:cNvSpPr>
          <p:nvPr>
            <p:ph type="dt" idx="17"/>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39" name="PlaceHolder 6"/>
          <p:cNvSpPr>
            <a:spLocks noGrp="1"/>
          </p:cNvSpPr>
          <p:nvPr>
            <p:ph type="sldNum" idx="18"/>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2">
    <p:bg>
      <p:bgPr>
        <a:solidFill>
          <a:schemeClr val="lt2"/>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612720" y="3886200"/>
            <a:ext cx="3043800" cy="224388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41" name="PlaceHolder 2"/>
          <p:cNvSpPr>
            <a:spLocks noGrp="1"/>
          </p:cNvSpPr>
          <p:nvPr>
            <p:ph type="body"/>
          </p:nvPr>
        </p:nvSpPr>
        <p:spPr>
          <a:xfrm>
            <a:off x="0" y="0"/>
            <a:ext cx="12191040" cy="3442320"/>
          </a:xfrm>
          <a:prstGeom prst="rect">
            <a:avLst/>
          </a:prstGeom>
          <a:blipFill rotWithShape="0">
            <a:blip r:embed="rId2">
              <a:alphaModFix amt="60000"/>
            </a:blip>
            <a:stretch/>
          </a:blipFill>
          <a:ln w="0">
            <a:noFill/>
          </a:ln>
        </p:spPr>
        <p:txBody>
          <a:bodyPr lIns="90000" rIns="90000" tIns="45000" bIns="45000" anchor="t">
            <a:no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
        <p:nvSpPr>
          <p:cNvPr id="42" name="PlaceHolder 3"/>
          <p:cNvSpPr>
            <a:spLocks noGrp="1"/>
          </p:cNvSpPr>
          <p:nvPr>
            <p:ph type="body"/>
          </p:nvPr>
        </p:nvSpPr>
        <p:spPr>
          <a:xfrm>
            <a:off x="4267080" y="3886200"/>
            <a:ext cx="7314120" cy="224388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43" name="PlaceHolder 4"/>
          <p:cNvSpPr>
            <a:spLocks noGrp="1"/>
          </p:cNvSpPr>
          <p:nvPr>
            <p:ph type="ftr" idx="19"/>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44" name="PlaceHolder 5"/>
          <p:cNvSpPr>
            <a:spLocks noGrp="1"/>
          </p:cNvSpPr>
          <p:nvPr>
            <p:ph type="dt" idx="20"/>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45" name="PlaceHolder 6"/>
          <p:cNvSpPr>
            <a:spLocks noGrp="1"/>
          </p:cNvSpPr>
          <p:nvPr>
            <p:ph type="sldNum" idx="21"/>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Başlık">
    <p:bg>
      <p:bgPr>
        <a:solidFill>
          <a:schemeClr val="dk2"/>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614160" y="4419720"/>
            <a:ext cx="10962720" cy="135108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7000" b="0" u="none" strike="noStrike" cap="all">
                <a:solidFill>
                  <a:schemeClr val="lt2"/>
                </a:solidFill>
                <a:effectLst/>
                <a:uFillTx/>
                <a:latin typeface="Bahnschrift SemiLight"/>
              </a:rPr>
              <a:t>Asıl başlık stilini düzenlemek için tıklayın</a:t>
            </a:r>
            <a:endParaRPr lang="en-US" sz="7000" b="0" u="none" strike="noStrike">
              <a:solidFill>
                <a:srgbClr val="ffffff"/>
              </a:solidFill>
              <a:effectLst/>
              <a:uFillTx/>
              <a:latin typeface="Arial"/>
            </a:endParaRPr>
          </a:p>
        </p:txBody>
      </p:sp>
      <p:sp>
        <p:nvSpPr>
          <p:cNvPr id="47" name="PlaceHolder 2"/>
          <p:cNvSpPr>
            <a:spLocks noGrp="1"/>
          </p:cNvSpPr>
          <p:nvPr>
            <p:ph type="body"/>
          </p:nvPr>
        </p:nvSpPr>
        <p:spPr>
          <a:xfrm>
            <a:off x="0" y="0"/>
            <a:ext cx="12191040" cy="41137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ffffff"/>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3">
    <p:bg>
      <p:bgPr>
        <a:solidFill>
          <a:schemeClr val="lt2"/>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685800"/>
            <a:ext cx="3043800" cy="20347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49" name="PlaceHolder 2"/>
          <p:cNvSpPr>
            <a:spLocks noGrp="1"/>
          </p:cNvSpPr>
          <p:nvPr>
            <p:ph type="body"/>
          </p:nvPr>
        </p:nvSpPr>
        <p:spPr>
          <a:xfrm>
            <a:off x="4259160" y="685800"/>
            <a:ext cx="7314120" cy="2013480"/>
          </a:xfrm>
          <a:prstGeom prst="rect">
            <a:avLst/>
          </a:prstGeom>
          <a:noFill/>
          <a:ln w="0">
            <a:noFill/>
          </a:ln>
        </p:spPr>
        <p:txBody>
          <a:bodyPr lIns="91440" rIns="91440" tIns="45720" bIns="45720" anchor="b">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50" name="PlaceHolder 3"/>
          <p:cNvSpPr>
            <a:spLocks noGrp="1"/>
          </p:cNvSpPr>
          <p:nvPr>
            <p:ph type="ftr" idx="22"/>
          </p:nvPr>
        </p:nvSpPr>
        <p:spPr>
          <a:xfrm>
            <a:off x="609480" y="2896200"/>
            <a:ext cx="27900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51" name="PlaceHolder 4"/>
          <p:cNvSpPr>
            <a:spLocks noGrp="1"/>
          </p:cNvSpPr>
          <p:nvPr>
            <p:ph type="dt" idx="23"/>
          </p:nvPr>
        </p:nvSpPr>
        <p:spPr>
          <a:xfrm>
            <a:off x="9565920" y="2896200"/>
            <a:ext cx="15584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52" name="PlaceHolder 5"/>
          <p:cNvSpPr>
            <a:spLocks noGrp="1"/>
          </p:cNvSpPr>
          <p:nvPr>
            <p:ph type="sldNum" idx="24"/>
          </p:nvPr>
        </p:nvSpPr>
        <p:spPr>
          <a:xfrm>
            <a:off x="11145240" y="289620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53" name="PlaceHolder 6"/>
          <p:cNvSpPr>
            <a:spLocks noGrp="1"/>
          </p:cNvSpPr>
          <p:nvPr>
            <p:ph type="body"/>
          </p:nvPr>
        </p:nvSpPr>
        <p:spPr>
          <a:xfrm>
            <a:off x="0" y="3414600"/>
            <a:ext cx="12191040" cy="3442320"/>
          </a:xfrm>
          <a:prstGeom prst="rect">
            <a:avLst/>
          </a:prstGeom>
          <a:blipFill rotWithShape="0">
            <a:blip r:embed="rId2">
              <a:alphaModFix amt="60000"/>
            </a:blip>
            <a:stretch/>
          </a:blipFill>
          <a:ln w="0">
            <a:noFill/>
          </a:ln>
        </p:spPr>
        <p:txBody>
          <a:bodyPr lIns="90000" rIns="90000" tIns="45000" bIns="45000" anchor="t">
            <a:no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4">
    <p:bg>
      <p:bgPr>
        <a:solidFill>
          <a:schemeClr val="lt2"/>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612720" y="685800"/>
            <a:ext cx="5482440" cy="138708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55" name="PlaceHolder 2"/>
          <p:cNvSpPr>
            <a:spLocks noGrp="1"/>
          </p:cNvSpPr>
          <p:nvPr>
            <p:ph type="body"/>
          </p:nvPr>
        </p:nvSpPr>
        <p:spPr>
          <a:xfrm>
            <a:off x="612720" y="2651760"/>
            <a:ext cx="5482440" cy="352080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56" name="PlaceHolder 3"/>
          <p:cNvSpPr>
            <a:spLocks noGrp="1"/>
          </p:cNvSpPr>
          <p:nvPr>
            <p:ph type="body"/>
          </p:nvPr>
        </p:nvSpPr>
        <p:spPr>
          <a:xfrm>
            <a:off x="6717960" y="685800"/>
            <a:ext cx="4863600" cy="54853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cxnSp>
        <p:nvCxnSpPr>
          <p:cNvPr id="57" name="Düz Bağlayıcı 2"/>
          <p:cNvCxnSpPr/>
          <p:nvPr/>
        </p:nvCxnSpPr>
        <p:spPr>
          <a:xfrm>
            <a:off x="609480" y="2361960"/>
            <a:ext cx="5487480" cy="1080"/>
          </a:xfrm>
          <a:prstGeom prst="straightConnector1">
            <a:avLst/>
          </a:prstGeom>
          <a:ln w="31750">
            <a:solidFill>
              <a:srgbClr val="cc563b"/>
            </a:solidFill>
            <a:round/>
          </a:ln>
        </p:spPr>
      </p:cxnSp>
      <p:sp>
        <p:nvSpPr>
          <p:cNvPr id="58" name="PlaceHolder 4"/>
          <p:cNvSpPr>
            <a:spLocks noGrp="1"/>
          </p:cNvSpPr>
          <p:nvPr>
            <p:ph type="ftr" idx="25"/>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59" name="PlaceHolder 5"/>
          <p:cNvSpPr>
            <a:spLocks noGrp="1"/>
          </p:cNvSpPr>
          <p:nvPr>
            <p:ph type="dt" idx="26"/>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60" name="PlaceHolder 6"/>
          <p:cNvSpPr>
            <a:spLocks noGrp="1"/>
          </p:cNvSpPr>
          <p:nvPr>
            <p:ph type="sldNum" idx="27"/>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çerik 6">
    <p:bg>
      <p:bgPr>
        <a:solidFill>
          <a:schemeClr val="lt2"/>
        </a:solidFill>
      </p:bgPr>
    </p:bg>
    <p:spTree>
      <p:nvGrpSpPr>
        <p:cNvPr id="1" name=""/>
        <p:cNvGrpSpPr/>
        <p:nvPr/>
      </p:nvGrpSpPr>
      <p:grpSpPr>
        <a:xfrm>
          <a:off x="0" y="0"/>
          <a:ext cx="0" cy="0"/>
          <a:chOff x="0" y="0"/>
          <a:chExt cx="0" cy="0"/>
        </a:xfrm>
      </p:grpSpPr>
      <p:sp>
        <p:nvSpPr>
          <p:cNvPr id="61" name="Serbest Biçim: Şekil 8"/>
          <p:cNvSpPr/>
          <p:nvPr/>
        </p:nvSpPr>
        <p:spPr>
          <a:xfrm>
            <a:off x="968400" y="5410080"/>
            <a:ext cx="5040" cy="741960"/>
          </a:xfrm>
          <a:custGeom>
            <a:avLst/>
            <a:gdLst>
              <a:gd name="textAreaLeft" fmla="*/ 0 w 5040"/>
              <a:gd name="textAreaRight" fmla="*/ 6120 w 5040"/>
              <a:gd name="textAreaTop" fmla="*/ 0 h 741960"/>
              <a:gd name="textAreaBottom" fmla="*/ 743040 h 741960"/>
              <a:gd name="GluePoint1X" fmla="*/ 0 w 6296"/>
              <a:gd name="GluePoint1Y" fmla="*/ 0 h 742941"/>
              <a:gd name="GluePoint2X" fmla="*/ 0 w 6296"/>
              <a:gd name="GluePoint2Y" fmla="*/ 742942 h 742941"/>
            </a:gdLst>
            <a:ahLst/>
            <a:cxnLst>
              <a:cxn ang="0">
                <a:pos x="GluePoint1X" y="GluePoint1Y"/>
              </a:cxn>
              <a:cxn ang="0">
                <a:pos x="GluePoint2X" y="GluePoint2Y"/>
              </a:cxn>
            </a:cxnLst>
            <a:rect l="textAreaLeft" t="textAreaTop" r="textAreaRight" b="textAreaBottom"/>
            <a:pathLst>
              <a:path w="6296" h="742941">
                <a:moveTo>
                  <a:pt x="0" y="0"/>
                </a:moveTo>
                <a:lnTo>
                  <a:pt x="0" y="742942"/>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62" name="Serbest Biçim: Şekil 9"/>
          <p:cNvSpPr/>
          <p:nvPr/>
        </p:nvSpPr>
        <p:spPr>
          <a:xfrm>
            <a:off x="581400" y="5761800"/>
            <a:ext cx="741960" cy="5040"/>
          </a:xfrm>
          <a:custGeom>
            <a:avLst/>
            <a:gdLst>
              <a:gd name="textAreaLeft" fmla="*/ 0 w 741960"/>
              <a:gd name="textAreaRight" fmla="*/ 743040 w 741960"/>
              <a:gd name="textAreaTop" fmla="*/ 0 h 5040"/>
              <a:gd name="textAreaBottom" fmla="*/ 6120 h 5040"/>
              <a:gd name="GluePoint1X" fmla="*/ 742942 w 742942"/>
              <a:gd name="GluePoint1Y" fmla="*/ 0 h 6296"/>
              <a:gd name="GluePoint2X" fmla="*/ 0 w 742942"/>
              <a:gd name="GluePoint2Y" fmla="*/ 0 h 6296"/>
            </a:gdLst>
            <a:ahLst/>
            <a:cxnLst>
              <a:cxn ang="0">
                <a:pos x="GluePoint1X" y="GluePoint1Y"/>
              </a:cxn>
              <a:cxn ang="0">
                <a:pos x="GluePoint2X" y="GluePoint2Y"/>
              </a:cxn>
            </a:cxnLst>
            <a:rect l="textAreaLeft" t="textAreaTop" r="textAreaRight" b="textAreaBottom"/>
            <a:pathLst>
              <a:path w="742942" h="6296">
                <a:moveTo>
                  <a:pt x="742942" y="0"/>
                </a:moveTo>
                <a:lnTo>
                  <a:pt x="0" y="0"/>
                </a:lnTo>
              </a:path>
            </a:pathLst>
          </a:custGeom>
          <a:noFill/>
          <a:ln w="31077">
            <a:solidFill>
              <a:srgbClr val="000102"/>
            </a:solidFill>
            <a:miter/>
          </a:ln>
        </p:spPr>
        <p:style>
          <a:lnRef idx="0"/>
          <a:fillRef idx="0"/>
          <a:effectRef idx="0"/>
          <a:fontRef idx="minor"/>
        </p:style>
        <p:txBody>
          <a:bodyPr lIns="90000" rIns="90000" tIns="-38880" bIns="-388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63" name="Serbest Biçim: Şekil 10"/>
          <p:cNvSpPr/>
          <p:nvPr/>
        </p:nvSpPr>
        <p:spPr>
          <a:xfrm>
            <a:off x="718200" y="5492520"/>
            <a:ext cx="524160" cy="524160"/>
          </a:xfrm>
          <a:custGeom>
            <a:avLst/>
            <a:gdLst>
              <a:gd name="textAreaLeft" fmla="*/ 0 w 524160"/>
              <a:gd name="textAreaRight" fmla="*/ 525240 w 524160"/>
              <a:gd name="textAreaTop" fmla="*/ 0 h 524160"/>
              <a:gd name="textAreaBottom" fmla="*/ 525240 h 524160"/>
              <a:gd name="GluePoint1X" fmla="*/ 525339 w 525338"/>
              <a:gd name="GluePoint1Y" fmla="*/ 0 h 525339"/>
              <a:gd name="GluePoint2X" fmla="*/ 0 w 525338"/>
              <a:gd name="GluePoint2Y" fmla="*/ 525339 h 525339"/>
            </a:gdLst>
            <a:ahLst/>
            <a:cxnLst>
              <a:cxn ang="0">
                <a:pos x="GluePoint1X" y="GluePoint1Y"/>
              </a:cxn>
              <a:cxn ang="0">
                <a:pos x="GluePoint2X" y="GluePoint2Y"/>
              </a:cxn>
            </a:cxnLst>
            <a:rect l="textAreaLeft" t="textAreaTop" r="textAreaRight" b="textAreaBottom"/>
            <a:pathLst>
              <a:path w="525338" h="525339">
                <a:moveTo>
                  <a:pt x="525339" y="0"/>
                </a:moveTo>
                <a:lnTo>
                  <a:pt x="0" y="525339"/>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64" name="Serbest Biçim: Şekil 11"/>
          <p:cNvSpPr/>
          <p:nvPr/>
        </p:nvSpPr>
        <p:spPr>
          <a:xfrm>
            <a:off x="696240" y="5492520"/>
            <a:ext cx="524160" cy="524160"/>
          </a:xfrm>
          <a:custGeom>
            <a:avLst/>
            <a:gdLst>
              <a:gd name="textAreaLeft" fmla="*/ 0 w 524160"/>
              <a:gd name="textAreaRight" fmla="*/ 525240 w 524160"/>
              <a:gd name="textAreaTop" fmla="*/ 0 h 524160"/>
              <a:gd name="textAreaBottom" fmla="*/ 525240 h 524160"/>
              <a:gd name="GluePoint1X" fmla="*/ 525343 w 525342"/>
              <a:gd name="GluePoint1Y" fmla="*/ 525339 h 525339"/>
              <a:gd name="GluePoint2X" fmla="*/ 0 w 525342"/>
              <a:gd name="GluePoint2Y" fmla="*/ 0 h 525339"/>
            </a:gdLst>
            <a:ahLst/>
            <a:cxnLst>
              <a:cxn ang="0">
                <a:pos x="GluePoint1X" y="GluePoint1Y"/>
              </a:cxn>
              <a:cxn ang="0">
                <a:pos x="GluePoint2X" y="GluePoint2Y"/>
              </a:cxn>
            </a:cxnLst>
            <a:rect l="textAreaLeft" t="textAreaTop" r="textAreaRight" b="textAreaBottom"/>
            <a:pathLst>
              <a:path w="525342" h="525339">
                <a:moveTo>
                  <a:pt x="525343" y="525339"/>
                </a:moveTo>
                <a:lnTo>
                  <a:pt x="0" y="0"/>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65" name="PlaceHolder 1"/>
          <p:cNvSpPr>
            <a:spLocks noGrp="1"/>
          </p:cNvSpPr>
          <p:nvPr>
            <p:ph type="title"/>
          </p:nvPr>
        </p:nvSpPr>
        <p:spPr>
          <a:xfrm>
            <a:off x="612720" y="685800"/>
            <a:ext cx="3653640" cy="45493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66" name="PlaceHolder 2"/>
          <p:cNvSpPr>
            <a:spLocks noGrp="1"/>
          </p:cNvSpPr>
          <p:nvPr>
            <p:ph type="body"/>
          </p:nvPr>
        </p:nvSpPr>
        <p:spPr>
          <a:xfrm>
            <a:off x="5181480" y="685800"/>
            <a:ext cx="6393600" cy="546300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67" name="PlaceHolder 3"/>
          <p:cNvSpPr>
            <a:spLocks noGrp="1"/>
          </p:cNvSpPr>
          <p:nvPr>
            <p:ph type="ftr" idx="28"/>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68" name="PlaceHolder 4"/>
          <p:cNvSpPr>
            <a:spLocks noGrp="1"/>
          </p:cNvSpPr>
          <p:nvPr>
            <p:ph type="dt" idx="29"/>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69" name="PlaceHolder 5"/>
          <p:cNvSpPr>
            <a:spLocks noGrp="1"/>
          </p:cNvSpPr>
          <p:nvPr>
            <p:ph type="sldNum" idx="30"/>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5">
    <p:bg>
      <p:bgPr>
        <a:solidFill>
          <a:schemeClr val="lt2"/>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612720" y="685800"/>
            <a:ext cx="10968840" cy="89748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cxnSp>
        <p:nvCxnSpPr>
          <p:cNvPr id="71" name="Düz Bağlayıcı 6"/>
          <p:cNvCxnSpPr/>
          <p:nvPr/>
        </p:nvCxnSpPr>
        <p:spPr>
          <a:xfrm>
            <a:off x="609480" y="1904760"/>
            <a:ext cx="10973880" cy="1080"/>
          </a:xfrm>
          <a:prstGeom prst="straightConnector1">
            <a:avLst/>
          </a:prstGeom>
          <a:ln w="31750">
            <a:solidFill>
              <a:srgbClr val="cc563b"/>
            </a:solidFill>
            <a:round/>
          </a:ln>
        </p:spPr>
      </p:cxnSp>
      <p:sp>
        <p:nvSpPr>
          <p:cNvPr id="72" name="PlaceHolder 2"/>
          <p:cNvSpPr>
            <a:spLocks noGrp="1"/>
          </p:cNvSpPr>
          <p:nvPr>
            <p:ph type="body"/>
          </p:nvPr>
        </p:nvSpPr>
        <p:spPr>
          <a:xfrm>
            <a:off x="609480" y="2286000"/>
            <a:ext cx="5478480" cy="298656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73" name="PlaceHolder 3"/>
          <p:cNvSpPr>
            <a:spLocks noGrp="1"/>
          </p:cNvSpPr>
          <p:nvPr>
            <p:ph type="body"/>
          </p:nvPr>
        </p:nvSpPr>
        <p:spPr>
          <a:xfrm>
            <a:off x="6715440" y="2285280"/>
            <a:ext cx="4862520" cy="38851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74" name="PlaceHolder 4"/>
          <p:cNvSpPr>
            <a:spLocks noGrp="1"/>
          </p:cNvSpPr>
          <p:nvPr>
            <p:ph type="ftr" idx="31"/>
          </p:nvPr>
        </p:nvSpPr>
        <p:spPr>
          <a:xfrm>
            <a:off x="612720" y="6343920"/>
            <a:ext cx="264168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75" name="PlaceHolder 5"/>
          <p:cNvSpPr>
            <a:spLocks noGrp="1"/>
          </p:cNvSpPr>
          <p:nvPr>
            <p:ph type="dt" idx="32"/>
          </p:nvPr>
        </p:nvSpPr>
        <p:spPr>
          <a:xfrm>
            <a:off x="9686520" y="6343920"/>
            <a:ext cx="1448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76" name="PlaceHolder 6"/>
          <p:cNvSpPr>
            <a:spLocks noGrp="1"/>
          </p:cNvSpPr>
          <p:nvPr>
            <p:ph type="sldNum" idx="33"/>
          </p:nvPr>
        </p:nvSpPr>
        <p:spPr>
          <a:xfrm>
            <a:off x="11136240" y="6343920"/>
            <a:ext cx="44208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6">
    <p:bg>
      <p:bgPr>
        <a:solidFill>
          <a:schemeClr val="lt2"/>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6089760" y="685800"/>
            <a:ext cx="5485320" cy="138708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78" name="PlaceHolder 2"/>
          <p:cNvSpPr>
            <a:spLocks noGrp="1"/>
          </p:cNvSpPr>
          <p:nvPr>
            <p:ph type="body"/>
          </p:nvPr>
        </p:nvSpPr>
        <p:spPr>
          <a:xfrm>
            <a:off x="616680" y="685800"/>
            <a:ext cx="4863600" cy="54853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79" name="PlaceHolder 3"/>
          <p:cNvSpPr>
            <a:spLocks noGrp="1"/>
          </p:cNvSpPr>
          <p:nvPr>
            <p:ph type="body"/>
          </p:nvPr>
        </p:nvSpPr>
        <p:spPr>
          <a:xfrm>
            <a:off x="6089760" y="2650320"/>
            <a:ext cx="5485320" cy="352080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cxnSp>
        <p:nvCxnSpPr>
          <p:cNvPr id="80" name="Düz Bağlayıcı 14"/>
          <p:cNvCxnSpPr/>
          <p:nvPr/>
        </p:nvCxnSpPr>
        <p:spPr>
          <a:xfrm>
            <a:off x="6089760" y="2361960"/>
            <a:ext cx="5487480" cy="1080"/>
          </a:xfrm>
          <a:prstGeom prst="straightConnector1">
            <a:avLst/>
          </a:prstGeom>
          <a:ln w="31750">
            <a:solidFill>
              <a:srgbClr val="cc563b"/>
            </a:solidFill>
            <a:round/>
          </a:ln>
        </p:spPr>
      </p:cxnSp>
      <p:sp>
        <p:nvSpPr>
          <p:cNvPr id="81" name="PlaceHolder 4"/>
          <p:cNvSpPr>
            <a:spLocks noGrp="1"/>
          </p:cNvSpPr>
          <p:nvPr>
            <p:ph type="ftr" idx="34"/>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82" name="PlaceHolder 5"/>
          <p:cNvSpPr>
            <a:spLocks noGrp="1"/>
          </p:cNvSpPr>
          <p:nvPr>
            <p:ph type="dt" idx="35"/>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83" name="PlaceHolder 6"/>
          <p:cNvSpPr>
            <a:spLocks noGrp="1"/>
          </p:cNvSpPr>
          <p:nvPr>
            <p:ph type="sldNum" idx="36"/>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7">
    <p:bg>
      <p:bgPr>
        <a:solidFill>
          <a:schemeClr val="lt2"/>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685800"/>
            <a:ext cx="4563720" cy="142560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85" name="PlaceHolder 2"/>
          <p:cNvSpPr>
            <a:spLocks noGrp="1"/>
          </p:cNvSpPr>
          <p:nvPr>
            <p:ph type="body"/>
          </p:nvPr>
        </p:nvSpPr>
        <p:spPr>
          <a:xfrm>
            <a:off x="609480" y="2514600"/>
            <a:ext cx="4563720" cy="363564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86" name="PlaceHolder 3"/>
          <p:cNvSpPr>
            <a:spLocks noGrp="1"/>
          </p:cNvSpPr>
          <p:nvPr>
            <p:ph type="body"/>
          </p:nvPr>
        </p:nvSpPr>
        <p:spPr>
          <a:xfrm>
            <a:off x="5790240" y="685800"/>
            <a:ext cx="5791320" cy="5464440"/>
          </a:xfrm>
          <a:prstGeom prst="rect">
            <a:avLst/>
          </a:prstGeom>
          <a:noFill/>
          <a:ln w="0">
            <a:noFill/>
          </a:ln>
        </p:spPr>
        <p:txBody>
          <a:bodyPr lIns="91440" rIns="91440" tIns="45720" bIns="45720" anchor="b">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87" name="PlaceHolder 4"/>
          <p:cNvSpPr>
            <a:spLocks noGrp="1"/>
          </p:cNvSpPr>
          <p:nvPr>
            <p:ph type="ftr" idx="37"/>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88" name="PlaceHolder 5"/>
          <p:cNvSpPr>
            <a:spLocks noGrp="1"/>
          </p:cNvSpPr>
          <p:nvPr>
            <p:ph type="dt" idx="38"/>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000000"/>
              </a:solidFill>
              <a:effectLst/>
              <a:uFillTx/>
              <a:latin typeface="Times New Roman"/>
            </a:endParaRPr>
          </a:p>
        </p:txBody>
      </p:sp>
      <p:sp>
        <p:nvSpPr>
          <p:cNvPr id="89" name="PlaceHolder 6"/>
          <p:cNvSpPr>
            <a:spLocks noGrp="1"/>
          </p:cNvSpPr>
          <p:nvPr>
            <p:ph type="sldNum" idx="39"/>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ölüm Üst Bilgisi 2">
    <p:bg>
      <p:bgPr>
        <a:solidFill>
          <a:schemeClr val="accent4"/>
        </a:solidFill>
      </p:bgPr>
    </p:bg>
    <p:spTree>
      <p:nvGrpSpPr>
        <p:cNvPr id="1" name=""/>
        <p:cNvGrpSpPr/>
        <p:nvPr/>
      </p:nvGrpSpPr>
      <p:grpSpPr>
        <a:xfrm>
          <a:off x="0" y="0"/>
          <a:ext cx="0" cy="0"/>
          <a:chOff x="0" y="0"/>
          <a:chExt cx="0" cy="0"/>
        </a:xfrm>
      </p:grpSpPr>
      <p:sp>
        <p:nvSpPr>
          <p:cNvPr id="90" name="Serbest Biçim: Şekil 6"/>
          <p:cNvSpPr/>
          <p:nvPr/>
        </p:nvSpPr>
        <p:spPr>
          <a:xfrm>
            <a:off x="11250720" y="579132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91" name="Serbest Form: Şekil 8"/>
          <p:cNvSpPr/>
          <p:nvPr/>
        </p:nvSpPr>
        <p:spPr>
          <a:xfrm>
            <a:off x="685800" y="614160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000102"/>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92" name="Serbest Biçim: Şekil 9"/>
          <p:cNvSpPr/>
          <p:nvPr/>
        </p:nvSpPr>
        <p:spPr>
          <a:xfrm>
            <a:off x="10998720" y="58737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93" name="Serbest Biçim: Şekil 10"/>
          <p:cNvSpPr/>
          <p:nvPr/>
        </p:nvSpPr>
        <p:spPr>
          <a:xfrm>
            <a:off x="10976040" y="58737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94" name="PlaceHolder 1"/>
          <p:cNvSpPr>
            <a:spLocks noGrp="1"/>
          </p:cNvSpPr>
          <p:nvPr>
            <p:ph type="title"/>
          </p:nvPr>
        </p:nvSpPr>
        <p:spPr>
          <a:xfrm>
            <a:off x="609480" y="990720"/>
            <a:ext cx="10057320" cy="502812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11000" b="0" u="none" strike="noStrike" cap="all">
                <a:solidFill>
                  <a:schemeClr val="dk2"/>
                </a:solidFill>
                <a:effectLst/>
                <a:uFillTx/>
                <a:latin typeface="Bahnschrift SemiLight"/>
              </a:rPr>
              <a:t>Bölüm Üst Bilgisi</a:t>
            </a:r>
            <a:endParaRPr lang="en-US" sz="11000" b="0" u="none" strike="noStrike">
              <a:solidFill>
                <a:srgbClr val="ffffff"/>
              </a:solidFill>
              <a:effectLst/>
              <a:uFillTx/>
              <a:latin typeface="Arial"/>
            </a:endParaRPr>
          </a:p>
        </p:txBody>
      </p:sp>
      <p:sp>
        <p:nvSpPr>
          <p:cNvPr id="95" name="PlaceHolder 2"/>
          <p:cNvSpPr>
            <a:spLocks noGrp="1"/>
          </p:cNvSpPr>
          <p:nvPr>
            <p:ph type="ftr" idx="40"/>
          </p:nvPr>
        </p:nvSpPr>
        <p:spPr>
          <a:xfrm>
            <a:off x="612720" y="1375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 </a:t>
            </a:r>
            <a:endParaRPr lang="en-US" sz="800" b="0" u="none" strike="noStrike">
              <a:solidFill>
                <a:srgbClr val="ffffff"/>
              </a:solidFill>
              <a:effectLst/>
              <a:uFillTx/>
              <a:latin typeface="Times New Roman"/>
            </a:endParaRPr>
          </a:p>
        </p:txBody>
      </p:sp>
      <p:sp>
        <p:nvSpPr>
          <p:cNvPr id="96" name="PlaceHolder 3"/>
          <p:cNvSpPr>
            <a:spLocks noGrp="1"/>
          </p:cNvSpPr>
          <p:nvPr>
            <p:ph type="dt" idx="41"/>
          </p:nvPr>
        </p:nvSpPr>
        <p:spPr>
          <a:xfrm>
            <a:off x="8893800" y="1375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 </a:t>
            </a:r>
            <a:endParaRPr lang="en-US" sz="800" b="0" u="none" strike="noStrike">
              <a:solidFill>
                <a:srgbClr val="ffffff"/>
              </a:solidFill>
              <a:effectLst/>
              <a:uFillTx/>
              <a:latin typeface="Times New Roman"/>
            </a:endParaRPr>
          </a:p>
        </p:txBody>
      </p:sp>
      <p:sp>
        <p:nvSpPr>
          <p:cNvPr id="97" name="PlaceHolder 4"/>
          <p:cNvSpPr>
            <a:spLocks noGrp="1"/>
          </p:cNvSpPr>
          <p:nvPr>
            <p:ph type="sldNum" idx="42"/>
          </p:nvPr>
        </p:nvSpPr>
        <p:spPr>
          <a:xfrm>
            <a:off x="11147040" y="1375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
        <p:nvSpPr>
          <p:cNvPr id="98"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lang="en-US" sz="1800" b="0" u="none" strike="noStrike">
                <a:solidFill>
                  <a:schemeClr val="lt2"/>
                </a:solidFill>
                <a:effectLst/>
                <a:uFillTx/>
                <a:latin typeface="Bahnschrift SemiLight"/>
              </a:rPr>
              <a:t>Click to edit the outline text format</a:t>
            </a:r>
            <a:endParaRPr lang="en-US" sz="18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US" sz="1400" b="0" u="none" strike="noStrike">
                <a:solidFill>
                  <a:schemeClr val="lt2"/>
                </a:solidFill>
                <a:effectLst/>
                <a:uFillTx/>
                <a:latin typeface="Bahnschrift SemiLight"/>
              </a:rPr>
              <a:t>Second Outline Level</a:t>
            </a:r>
            <a:endParaRPr lang="en-US" sz="14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US" sz="1400" b="0" u="none" strike="noStrike">
                <a:solidFill>
                  <a:schemeClr val="lt2"/>
                </a:solidFill>
                <a:effectLst/>
                <a:uFillTx/>
                <a:latin typeface="Bahnschrift SemiLight"/>
              </a:rPr>
              <a:t>Third Outline Level</a:t>
            </a:r>
            <a:endParaRPr lang="en-US" sz="14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US" sz="1400" b="0" u="none" strike="noStrike">
                <a:solidFill>
                  <a:schemeClr val="lt2"/>
                </a:solidFill>
                <a:effectLst/>
                <a:uFillTx/>
                <a:latin typeface="Bahnschrift SemiLight"/>
              </a:rPr>
              <a:t>Fourth Outline Level</a:t>
            </a:r>
            <a:endParaRPr lang="en-US" sz="14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US" sz="2000" b="0" u="none" strike="noStrike">
                <a:solidFill>
                  <a:schemeClr val="lt2"/>
                </a:solidFill>
                <a:effectLst/>
                <a:uFillTx/>
                <a:latin typeface="Bahnschrift SemiLight"/>
              </a:rPr>
              <a:t>Fifth Outline Level</a:t>
            </a:r>
            <a:endParaRPr lang="en-US" sz="2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US" sz="2000" b="0" u="none" strike="noStrike">
                <a:solidFill>
                  <a:schemeClr val="lt2"/>
                </a:solidFill>
                <a:effectLst/>
                <a:uFillTx/>
                <a:latin typeface="Bahnschrift SemiLight"/>
              </a:rPr>
              <a:t>Sixth Outline Level</a:t>
            </a:r>
            <a:endParaRPr lang="en-US" sz="2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US" sz="2000" b="0" u="none" strike="noStrike">
                <a:solidFill>
                  <a:schemeClr val="lt2"/>
                </a:solidFill>
                <a:effectLst/>
                <a:uFillTx/>
                <a:latin typeface="Bahnschrift SemiLight"/>
              </a:rPr>
              <a:t>Seventh Outline Level</a:t>
            </a:r>
            <a:endParaRPr lang="en-US" sz="2000" b="0" u="none" strike="noStrike">
              <a:solidFill>
                <a:srgbClr val="ffffff"/>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18">
    <p:bg>
      <p:bgPr>
        <a:solidFill>
          <a:schemeClr val="lt2"/>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612720" y="685800"/>
            <a:ext cx="10962720" cy="88992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100" name="PlaceHolder 2"/>
          <p:cNvSpPr>
            <a:spLocks noGrp="1"/>
          </p:cNvSpPr>
          <p:nvPr>
            <p:ph type="body"/>
          </p:nvPr>
        </p:nvSpPr>
        <p:spPr>
          <a:xfrm>
            <a:off x="612720" y="2057400"/>
            <a:ext cx="2739240" cy="40903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101" name="PlaceHolder 3"/>
          <p:cNvSpPr>
            <a:spLocks noGrp="1"/>
          </p:cNvSpPr>
          <p:nvPr>
            <p:ph type="body"/>
          </p:nvPr>
        </p:nvSpPr>
        <p:spPr>
          <a:xfrm>
            <a:off x="3809880" y="2057400"/>
            <a:ext cx="7765200" cy="40903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102" name="PlaceHolder 4"/>
          <p:cNvSpPr>
            <a:spLocks noGrp="1"/>
          </p:cNvSpPr>
          <p:nvPr>
            <p:ph type="ftr" idx="43"/>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103" name="PlaceHolder 5"/>
          <p:cNvSpPr>
            <a:spLocks noGrp="1"/>
          </p:cNvSpPr>
          <p:nvPr>
            <p:ph type="dt" idx="44"/>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104" name="PlaceHolder 6"/>
          <p:cNvSpPr>
            <a:spLocks noGrp="1"/>
          </p:cNvSpPr>
          <p:nvPr>
            <p:ph type="sldNum" idx="45"/>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üyük Sayı">
    <p:bg>
      <p:bgPr>
        <a:solidFill>
          <a:srgbClr val="000000"/>
        </a:solidFill>
      </p:bgPr>
    </p:bg>
    <p:spTree>
      <p:nvGrpSpPr>
        <p:cNvPr id="1" name=""/>
        <p:cNvGrpSpPr/>
        <p:nvPr/>
      </p:nvGrpSpPr>
      <p:grpSpPr>
        <a:xfrm>
          <a:off x="0" y="0"/>
          <a:ext cx="0" cy="0"/>
          <a:chOff x="0" y="0"/>
          <a:chExt cx="0" cy="0"/>
        </a:xfrm>
      </p:grpSpPr>
      <p:sp>
        <p:nvSpPr>
          <p:cNvPr id="105" name="Serbest Biçim: Şekil 6"/>
          <p:cNvSpPr/>
          <p:nvPr/>
        </p:nvSpPr>
        <p:spPr>
          <a:xfrm>
            <a:off x="11250720" y="434340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50">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06" name="Serbest Biçim: Şekil 7"/>
          <p:cNvSpPr/>
          <p:nvPr/>
        </p:nvSpPr>
        <p:spPr>
          <a:xfrm>
            <a:off x="685800" y="469404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50">
            <a:solidFill>
              <a:srgbClr val="cc563b"/>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07" name="Serbest Biçim: Şekil 10"/>
          <p:cNvSpPr/>
          <p:nvPr/>
        </p:nvSpPr>
        <p:spPr>
          <a:xfrm>
            <a:off x="10998720" y="442584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50">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08" name="Serbest Biçim: Şekil 11"/>
          <p:cNvSpPr/>
          <p:nvPr/>
        </p:nvSpPr>
        <p:spPr>
          <a:xfrm>
            <a:off x="10976040" y="442584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50">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09" name="PlaceHolder 1"/>
          <p:cNvSpPr>
            <a:spLocks noGrp="1"/>
          </p:cNvSpPr>
          <p:nvPr>
            <p:ph type="title"/>
          </p:nvPr>
        </p:nvSpPr>
        <p:spPr>
          <a:xfrm>
            <a:off x="612720" y="5025600"/>
            <a:ext cx="9142920" cy="867600"/>
          </a:xfrm>
          <a:prstGeom prst="rect">
            <a:avLst/>
          </a:prstGeom>
          <a:noFill/>
          <a:ln w="0">
            <a:noFill/>
          </a:ln>
        </p:spPr>
        <p:txBody>
          <a:bodyPr lIns="91440" rIns="91440" tIns="45720" bIns="45720" anchor="t">
            <a:normAutofit/>
          </a:bodyPr>
          <a:p>
            <a:pPr indent="0" defTabSz="914400">
              <a:lnSpc>
                <a:spcPct val="110000"/>
              </a:lnSpc>
              <a:buNone/>
              <a:tabLst>
                <a:tab algn="l" pos="0"/>
              </a:tabLst>
            </a:pPr>
            <a:r>
              <a:rPr lang="tr" sz="1800" b="0" u="none" strike="noStrike">
                <a:solidFill>
                  <a:schemeClr val="lt2"/>
                </a:solidFill>
                <a:effectLst/>
                <a:uFillTx/>
                <a:latin typeface="Bahnschrift SemiLight"/>
              </a:rPr>
              <a:t>Asıl başlık stilini düzenlemek için tıklayın</a:t>
            </a:r>
            <a:endParaRPr lang="en-US" sz="1800" b="0" u="none" strike="noStrike">
              <a:solidFill>
                <a:srgbClr val="ffffff"/>
              </a:solidFill>
              <a:effectLst/>
              <a:uFillTx/>
              <a:latin typeface="Arial"/>
            </a:endParaRPr>
          </a:p>
        </p:txBody>
      </p:sp>
      <p:sp>
        <p:nvSpPr>
          <p:cNvPr id="110" name="PlaceHolder 2"/>
          <p:cNvSpPr>
            <a:spLocks noGrp="1"/>
          </p:cNvSpPr>
          <p:nvPr>
            <p:ph type="body"/>
          </p:nvPr>
        </p:nvSpPr>
        <p:spPr>
          <a:xfrm>
            <a:off x="582480" y="1143000"/>
            <a:ext cx="10114560" cy="3473640"/>
          </a:xfrm>
          <a:prstGeom prst="rect">
            <a:avLst/>
          </a:prstGeom>
          <a:noFill/>
          <a:ln w="0">
            <a:noFill/>
          </a:ln>
        </p:spPr>
        <p:txBody>
          <a:bodyPr lIns="91440" rIns="91440" tIns="45720" bIns="45720" anchor="ctr">
            <a:noAutofit/>
          </a:bodyPr>
          <a:p>
            <a:pPr indent="0" defTabSz="914400">
              <a:lnSpc>
                <a:spcPct val="90000"/>
              </a:lnSpc>
              <a:spcBef>
                <a:spcPts val="1001"/>
              </a:spcBef>
              <a:buNone/>
              <a:tabLst>
                <a:tab algn="l" pos="0"/>
              </a:tabLst>
            </a:pPr>
            <a:r>
              <a:rPr lang="tr" sz="28000" b="0" u="none" strike="noStrike">
                <a:solidFill>
                  <a:schemeClr val="lt2"/>
                </a:solidFill>
                <a:effectLst/>
                <a:uFillTx/>
                <a:latin typeface="Bahnschrift SemiLight"/>
              </a:rPr>
              <a:t>##%</a:t>
            </a:r>
            <a:endParaRPr lang="en-US" sz="28000" b="0" u="none" strike="noStrike">
              <a:solidFill>
                <a:srgbClr val="ffffff"/>
              </a:solidFill>
              <a:effectLst/>
              <a:uFillTx/>
              <a:latin typeface="Arial"/>
            </a:endParaRPr>
          </a:p>
        </p:txBody>
      </p:sp>
      <p:sp>
        <p:nvSpPr>
          <p:cNvPr id="111" name="PlaceHolder 3"/>
          <p:cNvSpPr>
            <a:spLocks noGrp="1"/>
          </p:cNvSpPr>
          <p:nvPr>
            <p:ph type="ftr" idx="46"/>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112" name="PlaceHolder 4"/>
          <p:cNvSpPr>
            <a:spLocks noGrp="1"/>
          </p:cNvSpPr>
          <p:nvPr>
            <p:ph type="dt" idx="47"/>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113" name="PlaceHolder 5"/>
          <p:cNvSpPr>
            <a:spLocks noGrp="1"/>
          </p:cNvSpPr>
          <p:nvPr>
            <p:ph type="sldNum" idx="48"/>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üyük Sayı 2">
    <p:bg>
      <p:bgPr>
        <a:solidFill>
          <a:schemeClr val="lt2"/>
        </a:solidFill>
      </p:bgPr>
    </p:bg>
    <p:spTree>
      <p:nvGrpSpPr>
        <p:cNvPr id="1" name=""/>
        <p:cNvGrpSpPr/>
        <p:nvPr/>
      </p:nvGrpSpPr>
      <p:grpSpPr>
        <a:xfrm>
          <a:off x="0" y="0"/>
          <a:ext cx="0" cy="0"/>
          <a:chOff x="0" y="0"/>
          <a:chExt cx="0" cy="0"/>
        </a:xfrm>
      </p:grpSpPr>
      <p:sp>
        <p:nvSpPr>
          <p:cNvPr id="114" name="Serbest Biçim: Şekil 8"/>
          <p:cNvSpPr/>
          <p:nvPr/>
        </p:nvSpPr>
        <p:spPr>
          <a:xfrm>
            <a:off x="11253960" y="729360"/>
            <a:ext cx="5040" cy="741960"/>
          </a:xfrm>
          <a:custGeom>
            <a:avLst/>
            <a:gdLst>
              <a:gd name="textAreaLeft" fmla="*/ 0 w 5040"/>
              <a:gd name="textAreaRight" fmla="*/ 6120 w 5040"/>
              <a:gd name="textAreaTop" fmla="*/ 0 h 741960"/>
              <a:gd name="textAreaBottom" fmla="*/ 743040 h 741960"/>
              <a:gd name="GluePoint1X" fmla="*/ 0 w 6296"/>
              <a:gd name="GluePoint1Y" fmla="*/ 0 h 742941"/>
              <a:gd name="GluePoint2X" fmla="*/ 0 w 6296"/>
              <a:gd name="GluePoint2Y" fmla="*/ 742942 h 742941"/>
            </a:gdLst>
            <a:ahLst/>
            <a:cxnLst>
              <a:cxn ang="0">
                <a:pos x="GluePoint1X" y="GluePoint1Y"/>
              </a:cxn>
              <a:cxn ang="0">
                <a:pos x="GluePoint2X" y="GluePoint2Y"/>
              </a:cxn>
            </a:cxnLst>
            <a:rect l="textAreaLeft" t="textAreaTop" r="textAreaRight" b="textAreaBottom"/>
            <a:pathLst>
              <a:path w="6296" h="742941">
                <a:moveTo>
                  <a:pt x="0" y="0"/>
                </a:moveTo>
                <a:lnTo>
                  <a:pt x="0" y="742942"/>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15" name="Serbest Biçim: Şekil 9"/>
          <p:cNvSpPr/>
          <p:nvPr/>
        </p:nvSpPr>
        <p:spPr>
          <a:xfrm>
            <a:off x="10866960" y="1081080"/>
            <a:ext cx="741960" cy="5040"/>
          </a:xfrm>
          <a:custGeom>
            <a:avLst/>
            <a:gdLst>
              <a:gd name="textAreaLeft" fmla="*/ 0 w 741960"/>
              <a:gd name="textAreaRight" fmla="*/ 743040 w 741960"/>
              <a:gd name="textAreaTop" fmla="*/ 0 h 5040"/>
              <a:gd name="textAreaBottom" fmla="*/ 6120 h 5040"/>
              <a:gd name="GluePoint1X" fmla="*/ 742942 w 742942"/>
              <a:gd name="GluePoint1Y" fmla="*/ 0 h 6296"/>
              <a:gd name="GluePoint2X" fmla="*/ 0 w 742942"/>
              <a:gd name="GluePoint2Y" fmla="*/ 0 h 6296"/>
            </a:gdLst>
            <a:ahLst/>
            <a:cxnLst>
              <a:cxn ang="0">
                <a:pos x="GluePoint1X" y="GluePoint1Y"/>
              </a:cxn>
              <a:cxn ang="0">
                <a:pos x="GluePoint2X" y="GluePoint2Y"/>
              </a:cxn>
            </a:cxnLst>
            <a:rect l="textAreaLeft" t="textAreaTop" r="textAreaRight" b="textAreaBottom"/>
            <a:pathLst>
              <a:path w="742942" h="6296">
                <a:moveTo>
                  <a:pt x="742942" y="0"/>
                </a:moveTo>
                <a:lnTo>
                  <a:pt x="0" y="0"/>
                </a:lnTo>
              </a:path>
            </a:pathLst>
          </a:custGeom>
          <a:noFill/>
          <a:ln w="31077">
            <a:solidFill>
              <a:srgbClr val="cc563b"/>
            </a:solidFill>
            <a:miter/>
          </a:ln>
        </p:spPr>
        <p:style>
          <a:lnRef idx="0"/>
          <a:fillRef idx="0"/>
          <a:effectRef idx="0"/>
          <a:fontRef idx="minor"/>
        </p:style>
        <p:txBody>
          <a:bodyPr lIns="90000" rIns="90000" tIns="-38880" bIns="-388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16" name="Serbest Biçim: Şekil 10"/>
          <p:cNvSpPr/>
          <p:nvPr/>
        </p:nvSpPr>
        <p:spPr>
          <a:xfrm>
            <a:off x="11003760" y="811440"/>
            <a:ext cx="524160" cy="524160"/>
          </a:xfrm>
          <a:custGeom>
            <a:avLst/>
            <a:gdLst>
              <a:gd name="textAreaLeft" fmla="*/ 0 w 524160"/>
              <a:gd name="textAreaRight" fmla="*/ 525240 w 524160"/>
              <a:gd name="textAreaTop" fmla="*/ 0 h 524160"/>
              <a:gd name="textAreaBottom" fmla="*/ 525240 h 524160"/>
              <a:gd name="GluePoint1X" fmla="*/ 525339 w 525338"/>
              <a:gd name="GluePoint1Y" fmla="*/ 0 h 525339"/>
              <a:gd name="GluePoint2X" fmla="*/ 0 w 525338"/>
              <a:gd name="GluePoint2Y" fmla="*/ 525339 h 525339"/>
            </a:gdLst>
            <a:ahLst/>
            <a:cxnLst>
              <a:cxn ang="0">
                <a:pos x="GluePoint1X" y="GluePoint1Y"/>
              </a:cxn>
              <a:cxn ang="0">
                <a:pos x="GluePoint2X" y="GluePoint2Y"/>
              </a:cxn>
            </a:cxnLst>
            <a:rect l="textAreaLeft" t="textAreaTop" r="textAreaRight" b="textAreaBottom"/>
            <a:pathLst>
              <a:path w="525338" h="525339">
                <a:moveTo>
                  <a:pt x="525339" y="0"/>
                </a:moveTo>
                <a:lnTo>
                  <a:pt x="0" y="525339"/>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17" name="Serbest Biçim: Şekil 11"/>
          <p:cNvSpPr/>
          <p:nvPr/>
        </p:nvSpPr>
        <p:spPr>
          <a:xfrm>
            <a:off x="10981800" y="811440"/>
            <a:ext cx="524160" cy="524160"/>
          </a:xfrm>
          <a:custGeom>
            <a:avLst/>
            <a:gdLst>
              <a:gd name="textAreaLeft" fmla="*/ 0 w 524160"/>
              <a:gd name="textAreaRight" fmla="*/ 525240 w 524160"/>
              <a:gd name="textAreaTop" fmla="*/ 0 h 524160"/>
              <a:gd name="textAreaBottom" fmla="*/ 525240 h 524160"/>
              <a:gd name="GluePoint1X" fmla="*/ 525343 w 525342"/>
              <a:gd name="GluePoint1Y" fmla="*/ 525339 h 525339"/>
              <a:gd name="GluePoint2X" fmla="*/ 0 w 525342"/>
              <a:gd name="GluePoint2Y" fmla="*/ 0 h 525339"/>
            </a:gdLst>
            <a:ahLst/>
            <a:cxnLst>
              <a:cxn ang="0">
                <a:pos x="GluePoint1X" y="GluePoint1Y"/>
              </a:cxn>
              <a:cxn ang="0">
                <a:pos x="GluePoint2X" y="GluePoint2Y"/>
              </a:cxn>
            </a:cxnLst>
            <a:rect l="textAreaLeft" t="textAreaTop" r="textAreaRight" b="textAreaBottom"/>
            <a:pathLst>
              <a:path w="525342" h="525339">
                <a:moveTo>
                  <a:pt x="525343" y="525339"/>
                </a:moveTo>
                <a:lnTo>
                  <a:pt x="0" y="0"/>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18" name="PlaceHolder 1"/>
          <p:cNvSpPr>
            <a:spLocks noGrp="1"/>
          </p:cNvSpPr>
          <p:nvPr>
            <p:ph type="title"/>
          </p:nvPr>
        </p:nvSpPr>
        <p:spPr>
          <a:xfrm>
            <a:off x="612720" y="4860000"/>
            <a:ext cx="9142920" cy="1096200"/>
          </a:xfrm>
          <a:prstGeom prst="rect">
            <a:avLst/>
          </a:prstGeom>
          <a:noFill/>
          <a:ln w="0">
            <a:noFill/>
          </a:ln>
        </p:spPr>
        <p:txBody>
          <a:bodyPr lIns="91440" rIns="91440" tIns="45720" bIns="45720" anchor="t">
            <a:normAutofit/>
          </a:bodyPr>
          <a:p>
            <a:pPr indent="0" defTabSz="914400">
              <a:lnSpc>
                <a:spcPct val="110000"/>
              </a:lnSpc>
              <a:buNone/>
              <a:tabLst>
                <a:tab algn="l" pos="0"/>
              </a:tabLst>
            </a:pPr>
            <a:r>
              <a:rPr lang="tr" sz="1800" b="0" u="none" strike="noStrike">
                <a:solidFill>
                  <a:schemeClr val="dk2"/>
                </a:solidFill>
                <a:effectLst/>
                <a:uFillTx/>
                <a:latin typeface="Bahnschrift SemiLight"/>
              </a:rPr>
              <a:t>Asıl başlık stilini düzenlemek için tıklayın</a:t>
            </a:r>
            <a:endParaRPr lang="en-US" sz="1800" b="0" u="none" strike="noStrike">
              <a:solidFill>
                <a:srgbClr val="000000"/>
              </a:solidFill>
              <a:effectLst/>
              <a:uFillTx/>
              <a:latin typeface="Arial"/>
            </a:endParaRPr>
          </a:p>
        </p:txBody>
      </p:sp>
      <p:sp>
        <p:nvSpPr>
          <p:cNvPr id="119" name="PlaceHolder 2"/>
          <p:cNvSpPr>
            <a:spLocks noGrp="1"/>
          </p:cNvSpPr>
          <p:nvPr>
            <p:ph type="body"/>
          </p:nvPr>
        </p:nvSpPr>
        <p:spPr>
          <a:xfrm>
            <a:off x="582480" y="1600200"/>
            <a:ext cx="9169920" cy="3258720"/>
          </a:xfrm>
          <a:prstGeom prst="rect">
            <a:avLst/>
          </a:prstGeom>
          <a:noFill/>
          <a:ln w="0">
            <a:noFill/>
          </a:ln>
        </p:spPr>
        <p:txBody>
          <a:bodyPr lIns="91440" rIns="91440" tIns="45720" bIns="45720" anchor="ctr">
            <a:noAutofit/>
          </a:bodyPr>
          <a:p>
            <a:pPr indent="0" defTabSz="914400">
              <a:lnSpc>
                <a:spcPct val="90000"/>
              </a:lnSpc>
              <a:spcBef>
                <a:spcPts val="1001"/>
              </a:spcBef>
              <a:buNone/>
              <a:tabLst>
                <a:tab algn="l" pos="0"/>
              </a:tabLst>
            </a:pPr>
            <a:r>
              <a:rPr lang="tr" sz="28000" b="0" u="none" strike="noStrike">
                <a:solidFill>
                  <a:schemeClr val="dk2"/>
                </a:solidFill>
                <a:effectLst/>
                <a:uFillTx/>
                <a:latin typeface="Bahnschrift SemiLight"/>
              </a:rPr>
              <a:t>##%</a:t>
            </a:r>
            <a:endParaRPr lang="en-US" sz="28000" b="0" u="none" strike="noStrike">
              <a:solidFill>
                <a:srgbClr val="000000"/>
              </a:solidFill>
              <a:effectLst/>
              <a:uFillTx/>
              <a:latin typeface="Arial"/>
            </a:endParaRPr>
          </a:p>
        </p:txBody>
      </p:sp>
      <p:sp>
        <p:nvSpPr>
          <p:cNvPr id="120" name="PlaceHolder 3"/>
          <p:cNvSpPr>
            <a:spLocks noGrp="1"/>
          </p:cNvSpPr>
          <p:nvPr>
            <p:ph type="ftr" idx="49"/>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121" name="PlaceHolder 4"/>
          <p:cNvSpPr>
            <a:spLocks noGrp="1"/>
          </p:cNvSpPr>
          <p:nvPr>
            <p:ph type="dt" idx="50"/>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122" name="PlaceHolder 5"/>
          <p:cNvSpPr>
            <a:spLocks noGrp="1"/>
          </p:cNvSpPr>
          <p:nvPr>
            <p:ph type="sldNum" idx="51"/>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üyük Sayı 3">
    <p:bg>
      <p:bgPr>
        <a:solidFill>
          <a:schemeClr val="accent1">
            <a:lumMod val="50000"/>
          </a:schemeClr>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612720" y="5257800"/>
            <a:ext cx="9142920" cy="867600"/>
          </a:xfrm>
          <a:prstGeom prst="rect">
            <a:avLst/>
          </a:prstGeom>
          <a:noFill/>
          <a:ln w="0">
            <a:noFill/>
          </a:ln>
        </p:spPr>
        <p:txBody>
          <a:bodyPr lIns="91440" rIns="91440" tIns="45720" bIns="45720" anchor="t">
            <a:normAutofit/>
          </a:bodyPr>
          <a:p>
            <a:pPr indent="0" defTabSz="914400">
              <a:lnSpc>
                <a:spcPct val="110000"/>
              </a:lnSpc>
              <a:buNone/>
              <a:tabLst>
                <a:tab algn="l" pos="0"/>
              </a:tabLst>
            </a:pPr>
            <a:r>
              <a:rPr lang="tr" sz="1800" b="0" u="none" strike="noStrike">
                <a:solidFill>
                  <a:schemeClr val="lt2"/>
                </a:solidFill>
                <a:effectLst/>
                <a:uFillTx/>
                <a:latin typeface="Bahnschrift SemiLight"/>
              </a:rPr>
              <a:t>Asıl başlık stilini düzenlemek için tıklayın</a:t>
            </a:r>
            <a:endParaRPr lang="en-US" sz="1800" b="0" u="none" strike="noStrike">
              <a:solidFill>
                <a:srgbClr val="ffffff"/>
              </a:solidFill>
              <a:effectLst/>
              <a:uFillTx/>
              <a:latin typeface="Arial"/>
            </a:endParaRPr>
          </a:p>
        </p:txBody>
      </p:sp>
      <p:sp>
        <p:nvSpPr>
          <p:cNvPr id="124" name="PlaceHolder 2"/>
          <p:cNvSpPr>
            <a:spLocks noGrp="1"/>
          </p:cNvSpPr>
          <p:nvPr>
            <p:ph type="body"/>
          </p:nvPr>
        </p:nvSpPr>
        <p:spPr>
          <a:xfrm>
            <a:off x="582480" y="1143000"/>
            <a:ext cx="10114560" cy="3473640"/>
          </a:xfrm>
          <a:prstGeom prst="rect">
            <a:avLst/>
          </a:prstGeom>
          <a:noFill/>
          <a:ln w="0">
            <a:noFill/>
          </a:ln>
        </p:spPr>
        <p:txBody>
          <a:bodyPr lIns="91440" rIns="91440" tIns="45720" bIns="45720" anchor="ctr">
            <a:noAutofit/>
          </a:bodyPr>
          <a:p>
            <a:pPr indent="0" defTabSz="914400">
              <a:lnSpc>
                <a:spcPct val="90000"/>
              </a:lnSpc>
              <a:spcBef>
                <a:spcPts val="1001"/>
              </a:spcBef>
              <a:buNone/>
              <a:tabLst>
                <a:tab algn="l" pos="0"/>
              </a:tabLst>
            </a:pPr>
            <a:r>
              <a:rPr lang="tr" sz="28000" b="0" u="none" strike="noStrike">
                <a:solidFill>
                  <a:schemeClr val="lt2"/>
                </a:solidFill>
                <a:effectLst/>
                <a:uFillTx/>
                <a:latin typeface="Bahnschrift SemiLight"/>
              </a:rPr>
              <a:t>##%</a:t>
            </a:r>
            <a:endParaRPr lang="en-US" sz="28000" b="0" u="none" strike="noStrike">
              <a:solidFill>
                <a:srgbClr val="ffffff"/>
              </a:solidFill>
              <a:effectLst/>
              <a:uFillTx/>
              <a:latin typeface="Arial"/>
            </a:endParaRPr>
          </a:p>
        </p:txBody>
      </p:sp>
      <p:sp>
        <p:nvSpPr>
          <p:cNvPr id="125" name="PlaceHolder 3"/>
          <p:cNvSpPr>
            <a:spLocks noGrp="1"/>
          </p:cNvSpPr>
          <p:nvPr>
            <p:ph type="ftr" idx="52"/>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126" name="PlaceHolder 4"/>
          <p:cNvSpPr>
            <a:spLocks noGrp="1"/>
          </p:cNvSpPr>
          <p:nvPr>
            <p:ph type="dt" idx="53"/>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127" name="PlaceHolder 5"/>
          <p:cNvSpPr>
            <a:spLocks noGrp="1"/>
          </p:cNvSpPr>
          <p:nvPr>
            <p:ph type="sldNum" idx="54"/>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
        <p:nvSpPr>
          <p:cNvPr id="128" name="Serbest Biçim: Şekil 5"/>
          <p:cNvSpPr/>
          <p:nvPr/>
        </p:nvSpPr>
        <p:spPr>
          <a:xfrm>
            <a:off x="11250720" y="456192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50">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29" name="Serbest Biçim: Şekil 6"/>
          <p:cNvSpPr/>
          <p:nvPr/>
        </p:nvSpPr>
        <p:spPr>
          <a:xfrm>
            <a:off x="685800" y="491256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50">
            <a:solidFill>
              <a:srgbClr val="f3bc24"/>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30" name="Serbest Form: Şekil 8"/>
          <p:cNvSpPr/>
          <p:nvPr/>
        </p:nvSpPr>
        <p:spPr>
          <a:xfrm>
            <a:off x="10998720" y="46443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50">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31" name="Serbest Form: Şekil 11"/>
          <p:cNvSpPr/>
          <p:nvPr/>
        </p:nvSpPr>
        <p:spPr>
          <a:xfrm>
            <a:off x="10976040" y="46443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50">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yim">
    <p:bg>
      <p:bgPr>
        <a:solidFill>
          <a:srgbClr val="000000"/>
        </a:solidFill>
      </p:bgPr>
    </p:bg>
    <p:spTree>
      <p:nvGrpSpPr>
        <p:cNvPr id="1" name=""/>
        <p:cNvGrpSpPr/>
        <p:nvPr/>
      </p:nvGrpSpPr>
      <p:grpSpPr>
        <a:xfrm>
          <a:off x="0" y="0"/>
          <a:ext cx="0" cy="0"/>
          <a:chOff x="0" y="0"/>
          <a:chExt cx="0" cy="0"/>
        </a:xfrm>
      </p:grpSpPr>
      <p:sp>
        <p:nvSpPr>
          <p:cNvPr id="132" name="Serbest Biçim: Şekil 7"/>
          <p:cNvSpPr/>
          <p:nvPr/>
        </p:nvSpPr>
        <p:spPr>
          <a:xfrm>
            <a:off x="11253960" y="5410080"/>
            <a:ext cx="5040" cy="741960"/>
          </a:xfrm>
          <a:custGeom>
            <a:avLst/>
            <a:gdLst>
              <a:gd name="textAreaLeft" fmla="*/ 0 w 5040"/>
              <a:gd name="textAreaRight" fmla="*/ 6120 w 5040"/>
              <a:gd name="textAreaTop" fmla="*/ 0 h 741960"/>
              <a:gd name="textAreaBottom" fmla="*/ 743040 h 741960"/>
              <a:gd name="GluePoint1X" fmla="*/ 0 w 6296"/>
              <a:gd name="GluePoint1Y" fmla="*/ 0 h 742941"/>
              <a:gd name="GluePoint2X" fmla="*/ 0 w 6296"/>
              <a:gd name="GluePoint2Y" fmla="*/ 742942 h 742941"/>
            </a:gdLst>
            <a:ahLst/>
            <a:cxnLst>
              <a:cxn ang="0">
                <a:pos x="GluePoint1X" y="GluePoint1Y"/>
              </a:cxn>
              <a:cxn ang="0">
                <a:pos x="GluePoint2X" y="GluePoint2Y"/>
              </a:cxn>
            </a:cxnLst>
            <a:rect l="textAreaLeft" t="textAreaTop" r="textAreaRight" b="textAreaBottom"/>
            <a:pathLst>
              <a:path w="6296" h="742941">
                <a:moveTo>
                  <a:pt x="0" y="0"/>
                </a:moveTo>
                <a:lnTo>
                  <a:pt x="0" y="742942"/>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33" name="Serbest Biçim: Şekil 9"/>
          <p:cNvSpPr/>
          <p:nvPr/>
        </p:nvSpPr>
        <p:spPr>
          <a:xfrm>
            <a:off x="10866960" y="5761800"/>
            <a:ext cx="741960" cy="5040"/>
          </a:xfrm>
          <a:custGeom>
            <a:avLst/>
            <a:gdLst>
              <a:gd name="textAreaLeft" fmla="*/ 0 w 741960"/>
              <a:gd name="textAreaRight" fmla="*/ 743040 w 741960"/>
              <a:gd name="textAreaTop" fmla="*/ 0 h 5040"/>
              <a:gd name="textAreaBottom" fmla="*/ 6120 h 5040"/>
              <a:gd name="GluePoint1X" fmla="*/ 742942 w 742942"/>
              <a:gd name="GluePoint1Y" fmla="*/ 0 h 6296"/>
              <a:gd name="GluePoint2X" fmla="*/ 0 w 742942"/>
              <a:gd name="GluePoint2Y" fmla="*/ 0 h 6296"/>
            </a:gdLst>
            <a:ahLst/>
            <a:cxnLst>
              <a:cxn ang="0">
                <a:pos x="GluePoint1X" y="GluePoint1Y"/>
              </a:cxn>
              <a:cxn ang="0">
                <a:pos x="GluePoint2X" y="GluePoint2Y"/>
              </a:cxn>
            </a:cxnLst>
            <a:rect l="textAreaLeft" t="textAreaTop" r="textAreaRight" b="textAreaBottom"/>
            <a:pathLst>
              <a:path w="742942" h="6296">
                <a:moveTo>
                  <a:pt x="742942" y="0"/>
                </a:moveTo>
                <a:lnTo>
                  <a:pt x="0" y="0"/>
                </a:lnTo>
              </a:path>
            </a:pathLst>
          </a:custGeom>
          <a:noFill/>
          <a:ln w="31077">
            <a:solidFill>
              <a:srgbClr val="cc563b"/>
            </a:solidFill>
            <a:miter/>
          </a:ln>
        </p:spPr>
        <p:style>
          <a:lnRef idx="0"/>
          <a:fillRef idx="0"/>
          <a:effectRef idx="0"/>
          <a:fontRef idx="minor"/>
        </p:style>
        <p:txBody>
          <a:bodyPr lIns="90000" rIns="90000" tIns="-38880" bIns="-3888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34" name="Serbest Biçim: Şekil 10"/>
          <p:cNvSpPr/>
          <p:nvPr/>
        </p:nvSpPr>
        <p:spPr>
          <a:xfrm>
            <a:off x="11003760" y="5492520"/>
            <a:ext cx="524160" cy="524160"/>
          </a:xfrm>
          <a:custGeom>
            <a:avLst/>
            <a:gdLst>
              <a:gd name="textAreaLeft" fmla="*/ 0 w 524160"/>
              <a:gd name="textAreaRight" fmla="*/ 525240 w 524160"/>
              <a:gd name="textAreaTop" fmla="*/ 0 h 524160"/>
              <a:gd name="textAreaBottom" fmla="*/ 525240 h 524160"/>
              <a:gd name="GluePoint1X" fmla="*/ 525339 w 525338"/>
              <a:gd name="GluePoint1Y" fmla="*/ 0 h 525339"/>
              <a:gd name="GluePoint2X" fmla="*/ 0 w 525338"/>
              <a:gd name="GluePoint2Y" fmla="*/ 525339 h 525339"/>
            </a:gdLst>
            <a:ahLst/>
            <a:cxnLst>
              <a:cxn ang="0">
                <a:pos x="GluePoint1X" y="GluePoint1Y"/>
              </a:cxn>
              <a:cxn ang="0">
                <a:pos x="GluePoint2X" y="GluePoint2Y"/>
              </a:cxn>
            </a:cxnLst>
            <a:rect l="textAreaLeft" t="textAreaTop" r="textAreaRight" b="textAreaBottom"/>
            <a:pathLst>
              <a:path w="525338" h="525339">
                <a:moveTo>
                  <a:pt x="525339" y="0"/>
                </a:moveTo>
                <a:lnTo>
                  <a:pt x="0" y="525339"/>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35" name="Serbest Biçim: Şekil 11"/>
          <p:cNvSpPr/>
          <p:nvPr/>
        </p:nvSpPr>
        <p:spPr>
          <a:xfrm>
            <a:off x="10981800" y="5492520"/>
            <a:ext cx="524160" cy="524160"/>
          </a:xfrm>
          <a:custGeom>
            <a:avLst/>
            <a:gdLst>
              <a:gd name="textAreaLeft" fmla="*/ 0 w 524160"/>
              <a:gd name="textAreaRight" fmla="*/ 525240 w 524160"/>
              <a:gd name="textAreaTop" fmla="*/ 0 h 524160"/>
              <a:gd name="textAreaBottom" fmla="*/ 525240 h 524160"/>
              <a:gd name="GluePoint1X" fmla="*/ 525343 w 525342"/>
              <a:gd name="GluePoint1Y" fmla="*/ 525339 h 525339"/>
              <a:gd name="GluePoint2X" fmla="*/ 0 w 525342"/>
              <a:gd name="GluePoint2Y" fmla="*/ 0 h 525339"/>
            </a:gdLst>
            <a:ahLst/>
            <a:cxnLst>
              <a:cxn ang="0">
                <a:pos x="GluePoint1X" y="GluePoint1Y"/>
              </a:cxn>
              <a:cxn ang="0">
                <a:pos x="GluePoint2X" y="GluePoint2Y"/>
              </a:cxn>
            </a:cxnLst>
            <a:rect l="textAreaLeft" t="textAreaTop" r="textAreaRight" b="textAreaBottom"/>
            <a:pathLst>
              <a:path w="525342" h="525339">
                <a:moveTo>
                  <a:pt x="525343" y="525339"/>
                </a:moveTo>
                <a:lnTo>
                  <a:pt x="0" y="0"/>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36" name="PlaceHolder 1"/>
          <p:cNvSpPr>
            <a:spLocks noGrp="1"/>
          </p:cNvSpPr>
          <p:nvPr>
            <p:ph type="title"/>
          </p:nvPr>
        </p:nvSpPr>
        <p:spPr>
          <a:xfrm>
            <a:off x="612720" y="-1134000"/>
            <a:ext cx="10651680" cy="91332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accent1">
                    <a:lumMod val="50000"/>
                  </a:schemeClr>
                </a:solidFill>
                <a:effectLst/>
                <a:uFillTx/>
                <a:latin typeface="Bahnschrift SemiLight"/>
              </a:rPr>
              <a:t>Asıl başlık stilini düzenlemek için tıklayın</a:t>
            </a:r>
            <a:endParaRPr lang="en-US" sz="5400" b="0" u="none" strike="noStrike">
              <a:solidFill>
                <a:srgbClr val="ffffff"/>
              </a:solidFill>
              <a:effectLst/>
              <a:uFillTx/>
              <a:latin typeface="Arial"/>
            </a:endParaRPr>
          </a:p>
        </p:txBody>
      </p:sp>
      <p:sp>
        <p:nvSpPr>
          <p:cNvPr id="137" name="PlaceHolder 2"/>
          <p:cNvSpPr>
            <a:spLocks noGrp="1"/>
          </p:cNvSpPr>
          <p:nvPr>
            <p:ph type="body"/>
          </p:nvPr>
        </p:nvSpPr>
        <p:spPr>
          <a:xfrm>
            <a:off x="609480" y="685800"/>
            <a:ext cx="10971720" cy="4513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tr" sz="7000" b="0" u="none" strike="noStrike" cap="all">
                <a:solidFill>
                  <a:schemeClr val="lt2"/>
                </a:solidFill>
                <a:effectLst/>
                <a:uFillTx/>
                <a:latin typeface="Bahnschrift SemiLight"/>
              </a:rPr>
              <a:t>Deyim eklemek için tıklayın</a:t>
            </a:r>
            <a:endParaRPr lang="en-US" sz="7000" b="0" u="none" strike="noStrike">
              <a:solidFill>
                <a:srgbClr val="ffffff"/>
              </a:solidFill>
              <a:effectLst/>
              <a:uFillTx/>
              <a:latin typeface="Arial"/>
            </a:endParaRPr>
          </a:p>
          <a:p>
            <a:pPr marL="228600" indent="0" defTabSz="914400">
              <a:lnSpc>
                <a:spcPct val="90000"/>
              </a:lnSpc>
              <a:spcBef>
                <a:spcPts val="499"/>
              </a:spcBef>
              <a:buNone/>
              <a:tabLst>
                <a:tab algn="l" pos="0"/>
              </a:tabLst>
            </a:pPr>
            <a:r>
              <a:rPr lang="tr" sz="7000" b="0" u="none" strike="noStrike" cap="all">
                <a:solidFill>
                  <a:schemeClr val="lt2"/>
                </a:solidFill>
                <a:effectLst/>
                <a:uFillTx/>
                <a:latin typeface="Bahnschrift SemiLight"/>
              </a:rPr>
              <a:t>İkinci düzey</a:t>
            </a:r>
            <a:endParaRPr lang="en-US" sz="7000" b="0" u="none" strike="noStrike">
              <a:solidFill>
                <a:srgbClr val="ffffff"/>
              </a:solidFill>
              <a:effectLst/>
              <a:uFillTx/>
              <a:latin typeface="Arial"/>
            </a:endParaRPr>
          </a:p>
          <a:p>
            <a:pPr marL="457200" indent="0" defTabSz="914400">
              <a:lnSpc>
                <a:spcPct val="90000"/>
              </a:lnSpc>
              <a:spcBef>
                <a:spcPts val="499"/>
              </a:spcBef>
              <a:buNone/>
              <a:tabLst>
                <a:tab algn="l" pos="0"/>
              </a:tabLst>
            </a:pPr>
            <a:r>
              <a:rPr lang="tr" sz="7000" b="0" u="none" strike="noStrike" cap="all">
                <a:solidFill>
                  <a:schemeClr val="lt2"/>
                </a:solidFill>
                <a:effectLst/>
                <a:uFillTx/>
                <a:latin typeface="Bahnschrift SemiLight"/>
              </a:rPr>
              <a:t>Üçüncü düzey</a:t>
            </a:r>
            <a:endParaRPr lang="en-US" sz="7000" b="0" u="none" strike="noStrike">
              <a:solidFill>
                <a:srgbClr val="ffffff"/>
              </a:solidFill>
              <a:effectLst/>
              <a:uFillTx/>
              <a:latin typeface="Arial"/>
            </a:endParaRPr>
          </a:p>
          <a:p>
            <a:pPr marL="685800" indent="0" defTabSz="914400">
              <a:lnSpc>
                <a:spcPct val="90000"/>
              </a:lnSpc>
              <a:spcBef>
                <a:spcPts val="499"/>
              </a:spcBef>
              <a:buNone/>
              <a:tabLst>
                <a:tab algn="l" pos="0"/>
              </a:tabLst>
            </a:pPr>
            <a:r>
              <a:rPr lang="tr" sz="7000" b="0" u="none" strike="noStrike" cap="all">
                <a:solidFill>
                  <a:schemeClr val="lt2"/>
                </a:solidFill>
                <a:effectLst/>
                <a:uFillTx/>
                <a:latin typeface="Bahnschrift SemiLight"/>
              </a:rPr>
              <a:t>Dördüncü düzey</a:t>
            </a:r>
            <a:endParaRPr lang="en-US" sz="7000" b="0" u="none" strike="noStrike">
              <a:solidFill>
                <a:srgbClr val="ffffff"/>
              </a:solidFill>
              <a:effectLst/>
              <a:uFillTx/>
              <a:latin typeface="Arial"/>
            </a:endParaRPr>
          </a:p>
          <a:p>
            <a:pPr marL="914400" indent="0" defTabSz="914400">
              <a:lnSpc>
                <a:spcPct val="90000"/>
              </a:lnSpc>
              <a:spcBef>
                <a:spcPts val="499"/>
              </a:spcBef>
              <a:buNone/>
              <a:tabLst>
                <a:tab algn="l" pos="0"/>
              </a:tabLst>
            </a:pPr>
            <a:r>
              <a:rPr lang="tr" sz="7000" b="0" u="none" strike="noStrike" cap="all">
                <a:solidFill>
                  <a:schemeClr val="lt2"/>
                </a:solidFill>
                <a:effectLst/>
                <a:uFillTx/>
                <a:latin typeface="Bahnschrift SemiLight"/>
              </a:rPr>
              <a:t>Beşinci düzey</a:t>
            </a:r>
            <a:endParaRPr lang="en-US" sz="7000" b="0" u="none" strike="noStrike">
              <a:solidFill>
                <a:srgbClr val="ffffff"/>
              </a:solidFill>
              <a:effectLst/>
              <a:uFillTx/>
              <a:latin typeface="Arial"/>
            </a:endParaRPr>
          </a:p>
        </p:txBody>
      </p:sp>
      <p:sp>
        <p:nvSpPr>
          <p:cNvPr id="138" name="PlaceHolder 3"/>
          <p:cNvSpPr>
            <a:spLocks noGrp="1"/>
          </p:cNvSpPr>
          <p:nvPr>
            <p:ph type="ftr" idx="55"/>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139" name="PlaceHolder 4"/>
          <p:cNvSpPr>
            <a:spLocks noGrp="1"/>
          </p:cNvSpPr>
          <p:nvPr>
            <p:ph type="dt" idx="56"/>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140" name="PlaceHolder 5"/>
          <p:cNvSpPr>
            <a:spLocks noGrp="1"/>
          </p:cNvSpPr>
          <p:nvPr>
            <p:ph type="sldNum" idx="57"/>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Başlık 2">
    <p:bg>
      <p:bgPr>
        <a:solidFill>
          <a:schemeClr val="dk2"/>
        </a:solidFill>
      </p:bgPr>
    </p:bg>
    <p:spTree>
      <p:nvGrpSpPr>
        <p:cNvPr id="1" name=""/>
        <p:cNvGrpSpPr/>
        <p:nvPr/>
      </p:nvGrpSpPr>
      <p:grpSpPr>
        <a:xfrm>
          <a:off x="0" y="0"/>
          <a:ext cx="0" cy="0"/>
          <a:chOff x="0" y="0"/>
          <a:chExt cx="0" cy="0"/>
        </a:xfrm>
      </p:grpSpPr>
      <p:sp>
        <p:nvSpPr>
          <p:cNvPr id="141" name="PlaceHolder 1"/>
          <p:cNvSpPr>
            <a:spLocks noGrp="1"/>
          </p:cNvSpPr>
          <p:nvPr>
            <p:ph type="title"/>
          </p:nvPr>
        </p:nvSpPr>
        <p:spPr>
          <a:xfrm>
            <a:off x="4476600" y="685800"/>
            <a:ext cx="7079400" cy="31993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7000" b="0" u="none" strike="noStrike" cap="all">
                <a:solidFill>
                  <a:schemeClr val="lt2"/>
                </a:solidFill>
                <a:effectLst/>
                <a:uFillTx/>
                <a:latin typeface="Bahnschrift SemiLight"/>
              </a:rPr>
              <a:t>Asıl başlık stilini düzenlemek için tıklayın</a:t>
            </a:r>
            <a:endParaRPr lang="en-US" sz="7000" b="0" u="none" strike="noStrike">
              <a:solidFill>
                <a:srgbClr val="ffffff"/>
              </a:solidFill>
              <a:effectLst/>
              <a:uFillTx/>
              <a:latin typeface="Arial"/>
            </a:endParaRPr>
          </a:p>
        </p:txBody>
      </p:sp>
      <p:sp>
        <p:nvSpPr>
          <p:cNvPr id="142" name="PlaceHolder 2"/>
          <p:cNvSpPr>
            <a:spLocks noGrp="1"/>
          </p:cNvSpPr>
          <p:nvPr>
            <p:ph type="body"/>
          </p:nvPr>
        </p:nvSpPr>
        <p:spPr>
          <a:xfrm>
            <a:off x="0" y="0"/>
            <a:ext cx="3888000" cy="68569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ffffff"/>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143" name="PlaceHolder 3"/>
          <p:cNvSpPr>
            <a:spLocks noGrp="1"/>
          </p:cNvSpPr>
          <p:nvPr>
            <p:ph type="ftr" idx="58"/>
          </p:nvPr>
        </p:nvSpPr>
        <p:spPr>
          <a:xfrm>
            <a:off x="4476600" y="6343920"/>
            <a:ext cx="20995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144" name="PlaceHolder 4"/>
          <p:cNvSpPr>
            <a:spLocks noGrp="1"/>
          </p:cNvSpPr>
          <p:nvPr>
            <p:ph type="dt" idx="59"/>
          </p:nvPr>
        </p:nvSpPr>
        <p:spPr>
          <a:xfrm>
            <a:off x="9635040" y="6343920"/>
            <a:ext cx="14580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145" name="PlaceHolder 5"/>
          <p:cNvSpPr>
            <a:spLocks noGrp="1"/>
          </p:cNvSpPr>
          <p:nvPr>
            <p:ph type="sldNum" idx="60"/>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cxnSp>
        <p:nvCxnSpPr>
          <p:cNvPr id="146" name="Düz Bağlayıcı 17"/>
          <p:cNvCxnSpPr/>
          <p:nvPr/>
        </p:nvCxnSpPr>
        <p:spPr>
          <a:xfrm>
            <a:off x="4479480" y="4876560"/>
            <a:ext cx="7078680" cy="1080"/>
          </a:xfrm>
          <a:prstGeom prst="straightConnector1">
            <a:avLst/>
          </a:prstGeom>
          <a:ln w="31750">
            <a:solidFill>
              <a:srgbClr val="cc563b"/>
            </a:solidFill>
            <a:round/>
          </a:ln>
        </p:spPr>
      </p:cxn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p:bg>
      <p:bgPr>
        <a:solidFill>
          <a:schemeClr val="lt2"/>
        </a:solidFill>
      </p:bgPr>
    </p:bg>
    <p:spTree>
      <p:nvGrpSpPr>
        <p:cNvPr id="1" name=""/>
        <p:cNvGrpSpPr/>
        <p:nvPr/>
      </p:nvGrpSpPr>
      <p:grpSpPr>
        <a:xfrm>
          <a:off x="0" y="0"/>
          <a:ext cx="0" cy="0"/>
          <a:chOff x="0" y="0"/>
          <a:chExt cx="0" cy="0"/>
        </a:xfrm>
      </p:grpSpPr>
      <p:cxnSp>
        <p:nvCxnSpPr>
          <p:cNvPr id="147" name="Düz Bağlayıcı 5"/>
          <p:cNvCxnSpPr/>
          <p:nvPr/>
        </p:nvCxnSpPr>
        <p:spPr>
          <a:xfrm>
            <a:off x="5190840" y="2361960"/>
            <a:ext cx="6392880" cy="1080"/>
          </a:xfrm>
          <a:prstGeom prst="straightConnector1">
            <a:avLst/>
          </a:prstGeom>
          <a:ln w="31750">
            <a:solidFill>
              <a:srgbClr val="cc563b"/>
            </a:solidFill>
            <a:round/>
          </a:ln>
        </p:spPr>
      </p:cxnSp>
      <p:sp>
        <p:nvSpPr>
          <p:cNvPr id="148" name="PlaceHolder 1"/>
          <p:cNvSpPr>
            <a:spLocks noGrp="1"/>
          </p:cNvSpPr>
          <p:nvPr>
            <p:ph type="title"/>
          </p:nvPr>
        </p:nvSpPr>
        <p:spPr>
          <a:xfrm>
            <a:off x="5191200" y="685800"/>
            <a:ext cx="6390360" cy="137088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149" name="PlaceHolder 2"/>
          <p:cNvSpPr>
            <a:spLocks noGrp="1"/>
          </p:cNvSpPr>
          <p:nvPr>
            <p:ph type="body"/>
          </p:nvPr>
        </p:nvSpPr>
        <p:spPr>
          <a:xfrm>
            <a:off x="0" y="0"/>
            <a:ext cx="4559400" cy="6856920"/>
          </a:xfrm>
          <a:prstGeom prst="rect">
            <a:avLst/>
          </a:prstGeom>
          <a:blipFill rotWithShape="0">
            <a:blip r:embed="rId2">
              <a:alphaModFix amt="60000"/>
            </a:blip>
            <a:stretch/>
          </a:blipFill>
          <a:ln w="0">
            <a:noFill/>
          </a:ln>
        </p:spPr>
        <p:txBody>
          <a:bodyPr lIns="90000" rIns="90000" tIns="45000" bIns="45000" anchor="t">
            <a:no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
        <p:nvSpPr>
          <p:cNvPr id="150" name="PlaceHolder 3"/>
          <p:cNvSpPr>
            <a:spLocks noGrp="1"/>
          </p:cNvSpPr>
          <p:nvPr>
            <p:ph type="body"/>
          </p:nvPr>
        </p:nvSpPr>
        <p:spPr>
          <a:xfrm>
            <a:off x="5180760" y="2743200"/>
            <a:ext cx="6394320" cy="34279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151" name="PlaceHolder 4"/>
          <p:cNvSpPr>
            <a:spLocks noGrp="1"/>
          </p:cNvSpPr>
          <p:nvPr>
            <p:ph type="ftr" idx="61"/>
          </p:nvPr>
        </p:nvSpPr>
        <p:spPr>
          <a:xfrm>
            <a:off x="5191200" y="6343920"/>
            <a:ext cx="33638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152" name="PlaceHolder 5"/>
          <p:cNvSpPr>
            <a:spLocks noGrp="1"/>
          </p:cNvSpPr>
          <p:nvPr>
            <p:ph type="dt" idx="62"/>
          </p:nvPr>
        </p:nvSpPr>
        <p:spPr>
          <a:xfrm>
            <a:off x="9030600" y="6343920"/>
            <a:ext cx="20595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153" name="PlaceHolder 6"/>
          <p:cNvSpPr>
            <a:spLocks noGrp="1"/>
          </p:cNvSpPr>
          <p:nvPr>
            <p:ph type="sldNum" idx="63"/>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yim 2">
    <p:bg>
      <p:bgPr>
        <a:solidFill>
          <a:schemeClr val="accent1">
            <a:lumMod val="50000"/>
          </a:schemeClr>
        </a:solidFill>
      </p:bgPr>
    </p:bg>
    <p:spTree>
      <p:nvGrpSpPr>
        <p:cNvPr id="1" name=""/>
        <p:cNvGrpSpPr/>
        <p:nvPr/>
      </p:nvGrpSpPr>
      <p:grpSpPr>
        <a:xfrm>
          <a:off x="0" y="0"/>
          <a:ext cx="0" cy="0"/>
          <a:chOff x="0" y="0"/>
          <a:chExt cx="0" cy="0"/>
        </a:xfrm>
      </p:grpSpPr>
      <p:sp>
        <p:nvSpPr>
          <p:cNvPr id="154" name="Serbest Biçim: Şekil 8"/>
          <p:cNvSpPr/>
          <p:nvPr/>
        </p:nvSpPr>
        <p:spPr>
          <a:xfrm>
            <a:off x="11250720" y="543024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55" name="Serbest Biçim: Şekil 9"/>
          <p:cNvSpPr/>
          <p:nvPr/>
        </p:nvSpPr>
        <p:spPr>
          <a:xfrm>
            <a:off x="685800" y="578052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f3bc24"/>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56" name="Serbest Biçim: Şekil 10"/>
          <p:cNvSpPr/>
          <p:nvPr/>
        </p:nvSpPr>
        <p:spPr>
          <a:xfrm>
            <a:off x="10998720" y="551268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57" name="Serbest Biçim: Şekil 11"/>
          <p:cNvSpPr/>
          <p:nvPr/>
        </p:nvSpPr>
        <p:spPr>
          <a:xfrm>
            <a:off x="10976040" y="551268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58" name="PlaceHolder 1"/>
          <p:cNvSpPr>
            <a:spLocks noGrp="1"/>
          </p:cNvSpPr>
          <p:nvPr>
            <p:ph type="title"/>
          </p:nvPr>
        </p:nvSpPr>
        <p:spPr>
          <a:xfrm>
            <a:off x="612720" y="-1134000"/>
            <a:ext cx="10651680" cy="91332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accent1">
                    <a:lumMod val="50000"/>
                  </a:schemeClr>
                </a:solidFill>
                <a:effectLst/>
                <a:uFillTx/>
                <a:latin typeface="Bahnschrift SemiLight"/>
              </a:rPr>
              <a:t>Asıl başlık stilini düzenlemek için tıklayın</a:t>
            </a:r>
            <a:endParaRPr lang="en-US" sz="5400" b="0" u="none" strike="noStrike">
              <a:solidFill>
                <a:srgbClr val="ffffff"/>
              </a:solidFill>
              <a:effectLst/>
              <a:uFillTx/>
              <a:latin typeface="Arial"/>
            </a:endParaRPr>
          </a:p>
        </p:txBody>
      </p:sp>
      <p:sp>
        <p:nvSpPr>
          <p:cNvPr id="159" name="PlaceHolder 2"/>
          <p:cNvSpPr>
            <a:spLocks noGrp="1"/>
          </p:cNvSpPr>
          <p:nvPr>
            <p:ph type="body"/>
          </p:nvPr>
        </p:nvSpPr>
        <p:spPr>
          <a:xfrm>
            <a:off x="612720" y="685800"/>
            <a:ext cx="10971720" cy="45709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tr" sz="7000" b="0" u="none" strike="noStrike" cap="all">
                <a:solidFill>
                  <a:schemeClr val="lt2"/>
                </a:solidFill>
                <a:effectLst/>
                <a:uFillTx/>
                <a:latin typeface="Bahnschrift SemiLight"/>
              </a:rPr>
              <a:t>Deyim eklemek için tıklayın</a:t>
            </a:r>
            <a:endParaRPr lang="en-US" sz="7000" b="0" u="none" strike="noStrike">
              <a:solidFill>
                <a:srgbClr val="ffffff"/>
              </a:solidFill>
              <a:effectLst/>
              <a:uFillTx/>
              <a:latin typeface="Arial"/>
            </a:endParaRPr>
          </a:p>
          <a:p>
            <a:pPr marL="228600" indent="0" defTabSz="914400">
              <a:lnSpc>
                <a:spcPct val="90000"/>
              </a:lnSpc>
              <a:spcBef>
                <a:spcPts val="499"/>
              </a:spcBef>
              <a:buNone/>
              <a:tabLst>
                <a:tab algn="l" pos="0"/>
              </a:tabLst>
            </a:pPr>
            <a:r>
              <a:rPr lang="tr" sz="7000" b="0" u="none" strike="noStrike" cap="all">
                <a:solidFill>
                  <a:schemeClr val="lt2"/>
                </a:solidFill>
                <a:effectLst/>
                <a:uFillTx/>
                <a:latin typeface="Bahnschrift SemiLight"/>
              </a:rPr>
              <a:t>İkinci düzey</a:t>
            </a:r>
            <a:endParaRPr lang="en-US" sz="7000" b="0" u="none" strike="noStrike">
              <a:solidFill>
                <a:srgbClr val="ffffff"/>
              </a:solidFill>
              <a:effectLst/>
              <a:uFillTx/>
              <a:latin typeface="Arial"/>
            </a:endParaRPr>
          </a:p>
          <a:p>
            <a:pPr marL="457200" indent="0" defTabSz="914400">
              <a:lnSpc>
                <a:spcPct val="90000"/>
              </a:lnSpc>
              <a:spcBef>
                <a:spcPts val="499"/>
              </a:spcBef>
              <a:buNone/>
              <a:tabLst>
                <a:tab algn="l" pos="0"/>
              </a:tabLst>
            </a:pPr>
            <a:r>
              <a:rPr lang="tr" sz="7000" b="0" u="none" strike="noStrike" cap="all">
                <a:solidFill>
                  <a:schemeClr val="lt2"/>
                </a:solidFill>
                <a:effectLst/>
                <a:uFillTx/>
                <a:latin typeface="Bahnschrift SemiLight"/>
              </a:rPr>
              <a:t>Üçüncü düzey</a:t>
            </a:r>
            <a:endParaRPr lang="en-US" sz="7000" b="0" u="none" strike="noStrike">
              <a:solidFill>
                <a:srgbClr val="ffffff"/>
              </a:solidFill>
              <a:effectLst/>
              <a:uFillTx/>
              <a:latin typeface="Arial"/>
            </a:endParaRPr>
          </a:p>
          <a:p>
            <a:pPr marL="685800" indent="0" defTabSz="914400">
              <a:lnSpc>
                <a:spcPct val="90000"/>
              </a:lnSpc>
              <a:spcBef>
                <a:spcPts val="499"/>
              </a:spcBef>
              <a:buNone/>
              <a:tabLst>
                <a:tab algn="l" pos="0"/>
              </a:tabLst>
            </a:pPr>
            <a:r>
              <a:rPr lang="tr" sz="7000" b="0" u="none" strike="noStrike" cap="all">
                <a:solidFill>
                  <a:schemeClr val="lt2"/>
                </a:solidFill>
                <a:effectLst/>
                <a:uFillTx/>
                <a:latin typeface="Bahnschrift SemiLight"/>
              </a:rPr>
              <a:t>Dördüncü düzey</a:t>
            </a:r>
            <a:endParaRPr lang="en-US" sz="7000" b="0" u="none" strike="noStrike">
              <a:solidFill>
                <a:srgbClr val="ffffff"/>
              </a:solidFill>
              <a:effectLst/>
              <a:uFillTx/>
              <a:latin typeface="Arial"/>
            </a:endParaRPr>
          </a:p>
          <a:p>
            <a:pPr marL="914400" indent="0" defTabSz="914400">
              <a:lnSpc>
                <a:spcPct val="90000"/>
              </a:lnSpc>
              <a:spcBef>
                <a:spcPts val="499"/>
              </a:spcBef>
              <a:buNone/>
              <a:tabLst>
                <a:tab algn="l" pos="0"/>
              </a:tabLst>
            </a:pPr>
            <a:r>
              <a:rPr lang="tr" sz="7000" b="0" u="none" strike="noStrike" cap="all">
                <a:solidFill>
                  <a:schemeClr val="lt2"/>
                </a:solidFill>
                <a:effectLst/>
                <a:uFillTx/>
                <a:latin typeface="Bahnschrift SemiLight"/>
              </a:rPr>
              <a:t>Beşinci düzey</a:t>
            </a:r>
            <a:endParaRPr lang="en-US" sz="7000" b="0" u="none" strike="noStrike">
              <a:solidFill>
                <a:srgbClr val="ffffff"/>
              </a:solidFill>
              <a:effectLst/>
              <a:uFillTx/>
              <a:latin typeface="Arial"/>
            </a:endParaRPr>
          </a:p>
        </p:txBody>
      </p:sp>
      <p:sp>
        <p:nvSpPr>
          <p:cNvPr id="160" name="PlaceHolder 3"/>
          <p:cNvSpPr>
            <a:spLocks noGrp="1"/>
          </p:cNvSpPr>
          <p:nvPr>
            <p:ph type="ftr" idx="64"/>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161" name="PlaceHolder 4"/>
          <p:cNvSpPr>
            <a:spLocks noGrp="1"/>
          </p:cNvSpPr>
          <p:nvPr>
            <p:ph type="dt" idx="65"/>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162" name="PlaceHolder 5"/>
          <p:cNvSpPr>
            <a:spLocks noGrp="1"/>
          </p:cNvSpPr>
          <p:nvPr>
            <p:ph type="sldNum" idx="66"/>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lıntı">
    <p:bg>
      <p:bgPr>
        <a:solidFill>
          <a:schemeClr val="dk2"/>
        </a:solidFill>
      </p:bgPr>
    </p:bg>
    <p:spTree>
      <p:nvGrpSpPr>
        <p:cNvPr id="1" name=""/>
        <p:cNvGrpSpPr/>
        <p:nvPr/>
      </p:nvGrpSpPr>
      <p:grpSpPr>
        <a:xfrm>
          <a:off x="0" y="0"/>
          <a:ext cx="0" cy="0"/>
          <a:chOff x="0" y="0"/>
          <a:chExt cx="0" cy="0"/>
        </a:xfrm>
      </p:grpSpPr>
      <p:sp>
        <p:nvSpPr>
          <p:cNvPr id="163" name="PlaceHolder 1"/>
          <p:cNvSpPr>
            <a:spLocks noGrp="1"/>
          </p:cNvSpPr>
          <p:nvPr>
            <p:ph type="body"/>
          </p:nvPr>
        </p:nvSpPr>
        <p:spPr>
          <a:xfrm>
            <a:off x="622440" y="685800"/>
            <a:ext cx="9140040" cy="2698560"/>
          </a:xfrm>
          <a:prstGeom prst="rect">
            <a:avLst/>
          </a:prstGeom>
          <a:noFill/>
          <a:ln w="0">
            <a:noFill/>
          </a:ln>
        </p:spPr>
        <p:txBody>
          <a:bodyPr lIns="91440" rIns="91440" tIns="45720" bIns="45720" anchor="t">
            <a:noAutofit/>
          </a:bodyPr>
          <a:p>
            <a:pPr marL="164520" indent="-164520" defTabSz="914400">
              <a:lnSpc>
                <a:spcPct val="100000"/>
              </a:lnSpc>
              <a:buNone/>
              <a:tabLst>
                <a:tab algn="l" pos="0"/>
              </a:tabLst>
            </a:pPr>
            <a:r>
              <a:rPr lang="tr" sz="5400" b="0" u="none" strike="noStrike" cap="all">
                <a:solidFill>
                  <a:schemeClr val="lt2"/>
                </a:solidFill>
                <a:effectLst/>
                <a:uFillTx/>
                <a:latin typeface="Bahnschrift SemiLight"/>
              </a:rPr>
              <a:t>Alıntı eklemek için tıklayın</a:t>
            </a:r>
            <a:endParaRPr lang="en-US" sz="5400" b="0" u="none" strike="noStrike">
              <a:solidFill>
                <a:srgbClr val="ffffff"/>
              </a:solidFill>
              <a:effectLst/>
              <a:uFillTx/>
              <a:latin typeface="Arial"/>
            </a:endParaRPr>
          </a:p>
        </p:txBody>
      </p:sp>
      <p:sp>
        <p:nvSpPr>
          <p:cNvPr id="164" name="PlaceHolder 2"/>
          <p:cNvSpPr>
            <a:spLocks noGrp="1"/>
          </p:cNvSpPr>
          <p:nvPr>
            <p:ph type="ftr" idx="67"/>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165" name="PlaceHolder 3"/>
          <p:cNvSpPr>
            <a:spLocks noGrp="1"/>
          </p:cNvSpPr>
          <p:nvPr>
            <p:ph type="dt" idx="68"/>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166" name="PlaceHolder 4"/>
          <p:cNvSpPr>
            <a:spLocks noGrp="1"/>
          </p:cNvSpPr>
          <p:nvPr>
            <p:ph type="sldNum" idx="69"/>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
        <p:nvSpPr>
          <p:cNvPr id="167" name="Serbest Biçim: Şekil 7"/>
          <p:cNvSpPr/>
          <p:nvPr/>
        </p:nvSpPr>
        <p:spPr>
          <a:xfrm>
            <a:off x="11250720" y="456192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68" name="Serbest Biçim: Şekil 9"/>
          <p:cNvSpPr/>
          <p:nvPr/>
        </p:nvSpPr>
        <p:spPr>
          <a:xfrm>
            <a:off x="685800" y="491256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cc563b"/>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69" name="Serbest Biçim: Şekil 10"/>
          <p:cNvSpPr/>
          <p:nvPr/>
        </p:nvSpPr>
        <p:spPr>
          <a:xfrm>
            <a:off x="10998720" y="46443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70" name="Serbest Biçim: Şekil 11"/>
          <p:cNvSpPr/>
          <p:nvPr/>
        </p:nvSpPr>
        <p:spPr>
          <a:xfrm>
            <a:off x="10976040" y="46443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71" name="PlaceHolder 5"/>
          <p:cNvSpPr>
            <a:spLocks noGrp="1"/>
          </p:cNvSpPr>
          <p:nvPr>
            <p:ph type="title"/>
          </p:nvPr>
        </p:nvSpPr>
        <p:spPr>
          <a:xfrm>
            <a:off x="612720" y="5486400"/>
            <a:ext cx="10057320" cy="668520"/>
          </a:xfrm>
          <a:prstGeom prst="rect">
            <a:avLst/>
          </a:prstGeom>
          <a:noFill/>
          <a:ln w="0">
            <a:noFill/>
          </a:ln>
        </p:spPr>
        <p:txBody>
          <a:bodyPr lIns="91440" rIns="91440" tIns="45720" bIns="45720" anchor="ctr">
            <a:normAutofit/>
          </a:bodyPr>
          <a:p>
            <a:pPr indent="0" defTabSz="914400">
              <a:lnSpc>
                <a:spcPct val="120000"/>
              </a:lnSpc>
              <a:buNone/>
              <a:tabLst>
                <a:tab algn="l" pos="0"/>
              </a:tabLst>
            </a:pPr>
            <a:r>
              <a:rPr lang="tr" sz="1800" b="0" u="none" strike="noStrike">
                <a:solidFill>
                  <a:schemeClr val="lt2"/>
                </a:solidFill>
                <a:effectLst/>
                <a:uFillTx/>
                <a:latin typeface="Bahnschrift SemiLight"/>
              </a:rPr>
              <a:t>Alıntı Yazarı</a:t>
            </a:r>
            <a:endParaRPr lang="en-US" sz="1800" b="0" u="none" strike="noStrike">
              <a:solidFill>
                <a:srgbClr val="ffffff"/>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lıntı 2">
    <p:bg>
      <p:bgPr>
        <a:solidFill>
          <a:schemeClr val="accent4"/>
        </a:solidFill>
      </p:bgPr>
    </p:bg>
    <p:spTree>
      <p:nvGrpSpPr>
        <p:cNvPr id="1" name=""/>
        <p:cNvGrpSpPr/>
        <p:nvPr/>
      </p:nvGrpSpPr>
      <p:grpSpPr>
        <a:xfrm>
          <a:off x="0" y="0"/>
          <a:ext cx="0" cy="0"/>
          <a:chOff x="0" y="0"/>
          <a:chExt cx="0" cy="0"/>
        </a:xfrm>
      </p:grpSpPr>
      <p:sp>
        <p:nvSpPr>
          <p:cNvPr id="172" name="Serbest Biçim: Şekil 7"/>
          <p:cNvSpPr/>
          <p:nvPr/>
        </p:nvSpPr>
        <p:spPr>
          <a:xfrm>
            <a:off x="11253960" y="729360"/>
            <a:ext cx="5040" cy="741960"/>
          </a:xfrm>
          <a:custGeom>
            <a:avLst/>
            <a:gdLst>
              <a:gd name="textAreaLeft" fmla="*/ 0 w 5040"/>
              <a:gd name="textAreaRight" fmla="*/ 6120 w 5040"/>
              <a:gd name="textAreaTop" fmla="*/ 0 h 741960"/>
              <a:gd name="textAreaBottom" fmla="*/ 743040 h 741960"/>
              <a:gd name="GluePoint1X" fmla="*/ 0 w 6296"/>
              <a:gd name="GluePoint1Y" fmla="*/ 0 h 742941"/>
              <a:gd name="GluePoint2X" fmla="*/ 0 w 6296"/>
              <a:gd name="GluePoint2Y" fmla="*/ 742942 h 742941"/>
            </a:gdLst>
            <a:ahLst/>
            <a:cxnLst>
              <a:cxn ang="0">
                <a:pos x="GluePoint1X" y="GluePoint1Y"/>
              </a:cxn>
              <a:cxn ang="0">
                <a:pos x="GluePoint2X" y="GluePoint2Y"/>
              </a:cxn>
            </a:cxnLst>
            <a:rect l="textAreaLeft" t="textAreaTop" r="textAreaRight" b="textAreaBottom"/>
            <a:pathLst>
              <a:path w="6296" h="742941">
                <a:moveTo>
                  <a:pt x="0" y="0"/>
                </a:moveTo>
                <a:lnTo>
                  <a:pt x="0" y="742942"/>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73" name="Serbest Biçim: Şekil 9"/>
          <p:cNvSpPr/>
          <p:nvPr/>
        </p:nvSpPr>
        <p:spPr>
          <a:xfrm>
            <a:off x="10866960" y="1081080"/>
            <a:ext cx="741960" cy="5040"/>
          </a:xfrm>
          <a:custGeom>
            <a:avLst/>
            <a:gdLst>
              <a:gd name="textAreaLeft" fmla="*/ 0 w 741960"/>
              <a:gd name="textAreaRight" fmla="*/ 743040 w 741960"/>
              <a:gd name="textAreaTop" fmla="*/ 0 h 5040"/>
              <a:gd name="textAreaBottom" fmla="*/ 6120 h 5040"/>
              <a:gd name="GluePoint1X" fmla="*/ 742942 w 742942"/>
              <a:gd name="GluePoint1Y" fmla="*/ 0 h 6296"/>
              <a:gd name="GluePoint2X" fmla="*/ 0 w 742942"/>
              <a:gd name="GluePoint2Y" fmla="*/ 0 h 6296"/>
            </a:gdLst>
            <a:ahLst/>
            <a:cxnLst>
              <a:cxn ang="0">
                <a:pos x="GluePoint1X" y="GluePoint1Y"/>
              </a:cxn>
              <a:cxn ang="0">
                <a:pos x="GluePoint2X" y="GluePoint2Y"/>
              </a:cxn>
            </a:cxnLst>
            <a:rect l="textAreaLeft" t="textAreaTop" r="textAreaRight" b="textAreaBottom"/>
            <a:pathLst>
              <a:path w="742942" h="6296">
                <a:moveTo>
                  <a:pt x="742942" y="0"/>
                </a:moveTo>
                <a:lnTo>
                  <a:pt x="0" y="0"/>
                </a:lnTo>
              </a:path>
            </a:pathLst>
          </a:custGeom>
          <a:noFill/>
          <a:ln w="31077">
            <a:solidFill>
              <a:srgbClr val="000102"/>
            </a:solidFill>
            <a:miter/>
          </a:ln>
        </p:spPr>
        <p:style>
          <a:lnRef idx="0"/>
          <a:fillRef idx="0"/>
          <a:effectRef idx="0"/>
          <a:fontRef idx="minor"/>
        </p:style>
        <p:txBody>
          <a:bodyPr lIns="90000" rIns="90000" tIns="-38880" bIns="-3888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74" name="Serbest Biçim: Şekil 10"/>
          <p:cNvSpPr/>
          <p:nvPr/>
        </p:nvSpPr>
        <p:spPr>
          <a:xfrm>
            <a:off x="11003760" y="811440"/>
            <a:ext cx="524160" cy="524160"/>
          </a:xfrm>
          <a:custGeom>
            <a:avLst/>
            <a:gdLst>
              <a:gd name="textAreaLeft" fmla="*/ 0 w 524160"/>
              <a:gd name="textAreaRight" fmla="*/ 525240 w 524160"/>
              <a:gd name="textAreaTop" fmla="*/ 0 h 524160"/>
              <a:gd name="textAreaBottom" fmla="*/ 525240 h 524160"/>
              <a:gd name="GluePoint1X" fmla="*/ 525339 w 525338"/>
              <a:gd name="GluePoint1Y" fmla="*/ 0 h 525339"/>
              <a:gd name="GluePoint2X" fmla="*/ 0 w 525338"/>
              <a:gd name="GluePoint2Y" fmla="*/ 525339 h 525339"/>
            </a:gdLst>
            <a:ahLst/>
            <a:cxnLst>
              <a:cxn ang="0">
                <a:pos x="GluePoint1X" y="GluePoint1Y"/>
              </a:cxn>
              <a:cxn ang="0">
                <a:pos x="GluePoint2X" y="GluePoint2Y"/>
              </a:cxn>
            </a:cxnLst>
            <a:rect l="textAreaLeft" t="textAreaTop" r="textAreaRight" b="textAreaBottom"/>
            <a:pathLst>
              <a:path w="525338" h="525339">
                <a:moveTo>
                  <a:pt x="525339" y="0"/>
                </a:moveTo>
                <a:lnTo>
                  <a:pt x="0" y="525339"/>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75" name="Serbest Biçim: Şekil 11"/>
          <p:cNvSpPr/>
          <p:nvPr/>
        </p:nvSpPr>
        <p:spPr>
          <a:xfrm>
            <a:off x="10981800" y="811440"/>
            <a:ext cx="524160" cy="524160"/>
          </a:xfrm>
          <a:custGeom>
            <a:avLst/>
            <a:gdLst>
              <a:gd name="textAreaLeft" fmla="*/ 0 w 524160"/>
              <a:gd name="textAreaRight" fmla="*/ 525240 w 524160"/>
              <a:gd name="textAreaTop" fmla="*/ 0 h 524160"/>
              <a:gd name="textAreaBottom" fmla="*/ 525240 h 524160"/>
              <a:gd name="GluePoint1X" fmla="*/ 525343 w 525342"/>
              <a:gd name="GluePoint1Y" fmla="*/ 525339 h 525339"/>
              <a:gd name="GluePoint2X" fmla="*/ 0 w 525342"/>
              <a:gd name="GluePoint2Y" fmla="*/ 0 h 525339"/>
            </a:gdLst>
            <a:ahLst/>
            <a:cxnLst>
              <a:cxn ang="0">
                <a:pos x="GluePoint1X" y="GluePoint1Y"/>
              </a:cxn>
              <a:cxn ang="0">
                <a:pos x="GluePoint2X" y="GluePoint2Y"/>
              </a:cxn>
            </a:cxnLst>
            <a:rect l="textAreaLeft" t="textAreaTop" r="textAreaRight" b="textAreaBottom"/>
            <a:pathLst>
              <a:path w="525342" h="525339">
                <a:moveTo>
                  <a:pt x="525343" y="525339"/>
                </a:moveTo>
                <a:lnTo>
                  <a:pt x="0" y="0"/>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176" name="PlaceHolder 1"/>
          <p:cNvSpPr>
            <a:spLocks noGrp="1"/>
          </p:cNvSpPr>
          <p:nvPr>
            <p:ph type="body"/>
          </p:nvPr>
        </p:nvSpPr>
        <p:spPr>
          <a:xfrm>
            <a:off x="612720" y="1600200"/>
            <a:ext cx="10054440" cy="3656520"/>
          </a:xfrm>
          <a:prstGeom prst="rect">
            <a:avLst/>
          </a:prstGeom>
          <a:noFill/>
          <a:ln w="0">
            <a:noFill/>
          </a:ln>
        </p:spPr>
        <p:txBody>
          <a:bodyPr lIns="91440" rIns="91440" tIns="45720" bIns="45720" anchor="b">
            <a:noAutofit/>
          </a:bodyPr>
          <a:p>
            <a:pPr marL="164520" indent="-164520" defTabSz="914400">
              <a:lnSpc>
                <a:spcPct val="100000"/>
              </a:lnSpc>
              <a:buNone/>
              <a:tabLst>
                <a:tab algn="l" pos="0"/>
              </a:tabLst>
            </a:pPr>
            <a:r>
              <a:rPr lang="tr" sz="5400" b="0" u="none" strike="noStrike" cap="all">
                <a:solidFill>
                  <a:schemeClr val="dk2"/>
                </a:solidFill>
                <a:effectLst/>
                <a:uFillTx/>
                <a:latin typeface="Bahnschrift SemiLight"/>
              </a:rPr>
              <a:t>Alıntı eklemek için tıklayın</a:t>
            </a:r>
            <a:endParaRPr lang="en-US" sz="5400" b="0" u="none" strike="noStrike">
              <a:solidFill>
                <a:srgbClr val="ffffff"/>
              </a:solidFill>
              <a:effectLst/>
              <a:uFillTx/>
              <a:latin typeface="Arial"/>
            </a:endParaRPr>
          </a:p>
        </p:txBody>
      </p:sp>
      <p:sp>
        <p:nvSpPr>
          <p:cNvPr id="177" name="PlaceHolder 2"/>
          <p:cNvSpPr>
            <a:spLocks noGrp="1"/>
          </p:cNvSpPr>
          <p:nvPr>
            <p:ph type="ftr" idx="70"/>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178" name="PlaceHolder 3"/>
          <p:cNvSpPr>
            <a:spLocks noGrp="1"/>
          </p:cNvSpPr>
          <p:nvPr>
            <p:ph type="dt" idx="71"/>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179" name="PlaceHolder 4"/>
          <p:cNvSpPr>
            <a:spLocks noGrp="1"/>
          </p:cNvSpPr>
          <p:nvPr>
            <p:ph type="sldNum" idx="72"/>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
        <p:nvSpPr>
          <p:cNvPr id="180" name="PlaceHolder 5"/>
          <p:cNvSpPr>
            <a:spLocks noGrp="1"/>
          </p:cNvSpPr>
          <p:nvPr>
            <p:ph type="title"/>
          </p:nvPr>
        </p:nvSpPr>
        <p:spPr>
          <a:xfrm>
            <a:off x="612720" y="5486400"/>
            <a:ext cx="10057320" cy="668520"/>
          </a:xfrm>
          <a:prstGeom prst="rect">
            <a:avLst/>
          </a:prstGeom>
          <a:noFill/>
          <a:ln w="0">
            <a:noFill/>
          </a:ln>
        </p:spPr>
        <p:txBody>
          <a:bodyPr lIns="91440" rIns="91440" tIns="45720" bIns="45720" anchor="ctr">
            <a:normAutofit/>
          </a:bodyPr>
          <a:p>
            <a:pPr indent="0" defTabSz="914400">
              <a:lnSpc>
                <a:spcPct val="120000"/>
              </a:lnSpc>
              <a:buNone/>
              <a:tabLst>
                <a:tab algn="l" pos="0"/>
              </a:tabLst>
            </a:pPr>
            <a:r>
              <a:rPr lang="tr" sz="1800" b="0" u="none" strike="noStrike">
                <a:solidFill>
                  <a:schemeClr val="dk2"/>
                </a:solidFill>
                <a:effectLst/>
                <a:uFillTx/>
                <a:latin typeface="Bahnschrift SemiLight"/>
              </a:rPr>
              <a:t>Alıntı Yazarı</a:t>
            </a:r>
            <a:endParaRPr lang="en-US" sz="1800" b="0" u="none" strike="noStrike">
              <a:solidFill>
                <a:srgbClr val="ffffff"/>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lıntı 3">
    <p:bg>
      <p:bgPr>
        <a:solidFill>
          <a:schemeClr val="accent1">
            <a:lumMod val="50000"/>
          </a:schemeClr>
        </a:solidFill>
      </p:bgPr>
    </p:bg>
    <p:spTree>
      <p:nvGrpSpPr>
        <p:cNvPr id="1" name=""/>
        <p:cNvGrpSpPr/>
        <p:nvPr/>
      </p:nvGrpSpPr>
      <p:grpSpPr>
        <a:xfrm>
          <a:off x="0" y="0"/>
          <a:ext cx="0" cy="0"/>
          <a:chOff x="0" y="0"/>
          <a:chExt cx="0" cy="0"/>
        </a:xfrm>
      </p:grpSpPr>
      <p:sp>
        <p:nvSpPr>
          <p:cNvPr id="181" name="Serbest Biçim: Şekil 8"/>
          <p:cNvSpPr/>
          <p:nvPr/>
        </p:nvSpPr>
        <p:spPr>
          <a:xfrm>
            <a:off x="11250720" y="543024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82" name="Serbest Biçim: Şekil 9"/>
          <p:cNvSpPr/>
          <p:nvPr/>
        </p:nvSpPr>
        <p:spPr>
          <a:xfrm>
            <a:off x="685800" y="578052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f3bc24"/>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83" name="Serbest Biçim: Şekil 10"/>
          <p:cNvSpPr/>
          <p:nvPr/>
        </p:nvSpPr>
        <p:spPr>
          <a:xfrm>
            <a:off x="10998720" y="551268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84" name="Serbest Biçim: Şekil 11"/>
          <p:cNvSpPr/>
          <p:nvPr/>
        </p:nvSpPr>
        <p:spPr>
          <a:xfrm>
            <a:off x="10976040" y="551268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85" name="PlaceHolder 1"/>
          <p:cNvSpPr>
            <a:spLocks noGrp="1"/>
          </p:cNvSpPr>
          <p:nvPr>
            <p:ph type="body"/>
          </p:nvPr>
        </p:nvSpPr>
        <p:spPr>
          <a:xfrm>
            <a:off x="612720" y="868680"/>
            <a:ext cx="9140040" cy="3659760"/>
          </a:xfrm>
          <a:prstGeom prst="rect">
            <a:avLst/>
          </a:prstGeom>
          <a:noFill/>
          <a:ln w="0">
            <a:noFill/>
          </a:ln>
        </p:spPr>
        <p:txBody>
          <a:bodyPr lIns="91440" rIns="91440" tIns="45720" bIns="45720" anchor="ctr">
            <a:noAutofit/>
          </a:bodyPr>
          <a:p>
            <a:pPr marL="164520" indent="-164520" defTabSz="914400">
              <a:lnSpc>
                <a:spcPct val="110000"/>
              </a:lnSpc>
              <a:buNone/>
              <a:tabLst>
                <a:tab algn="l" pos="0"/>
              </a:tabLst>
            </a:pPr>
            <a:r>
              <a:rPr lang="tr" sz="5400" b="0" u="none" strike="noStrike" cap="all">
                <a:solidFill>
                  <a:schemeClr val="lt2"/>
                </a:solidFill>
                <a:effectLst/>
                <a:uFillTx/>
                <a:latin typeface="Bahnschrift SemiLight"/>
              </a:rPr>
              <a:t>Alıntı eklemek için tıklayın</a:t>
            </a:r>
            <a:endParaRPr lang="en-US" sz="5400" b="0" u="none" strike="noStrike">
              <a:solidFill>
                <a:srgbClr val="ffffff"/>
              </a:solidFill>
              <a:effectLst/>
              <a:uFillTx/>
              <a:latin typeface="Arial"/>
            </a:endParaRPr>
          </a:p>
        </p:txBody>
      </p:sp>
      <p:sp>
        <p:nvSpPr>
          <p:cNvPr id="186" name="PlaceHolder 2"/>
          <p:cNvSpPr>
            <a:spLocks noGrp="1"/>
          </p:cNvSpPr>
          <p:nvPr>
            <p:ph type="ftr" idx="73"/>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187" name="PlaceHolder 3"/>
          <p:cNvSpPr>
            <a:spLocks noGrp="1"/>
          </p:cNvSpPr>
          <p:nvPr>
            <p:ph type="dt" idx="74"/>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188" name="PlaceHolder 4"/>
          <p:cNvSpPr>
            <a:spLocks noGrp="1"/>
          </p:cNvSpPr>
          <p:nvPr>
            <p:ph type="sldNum" idx="75"/>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
        <p:nvSpPr>
          <p:cNvPr id="189" name="PlaceHolder 5"/>
          <p:cNvSpPr>
            <a:spLocks noGrp="1"/>
          </p:cNvSpPr>
          <p:nvPr>
            <p:ph type="title"/>
          </p:nvPr>
        </p:nvSpPr>
        <p:spPr>
          <a:xfrm>
            <a:off x="612720" y="4617720"/>
            <a:ext cx="9140040" cy="787680"/>
          </a:xfrm>
          <a:prstGeom prst="rect">
            <a:avLst/>
          </a:prstGeom>
          <a:noFill/>
          <a:ln w="0">
            <a:noFill/>
          </a:ln>
        </p:spPr>
        <p:txBody>
          <a:bodyPr lIns="91440" rIns="91440" tIns="45720" bIns="45720" anchor="t">
            <a:normAutofit/>
          </a:bodyPr>
          <a:p>
            <a:pPr indent="0" defTabSz="914400">
              <a:lnSpc>
                <a:spcPct val="120000"/>
              </a:lnSpc>
              <a:buNone/>
              <a:tabLst>
                <a:tab algn="l" pos="0"/>
              </a:tabLst>
            </a:pPr>
            <a:r>
              <a:rPr lang="tr" sz="1800" b="0" u="none" strike="noStrike">
                <a:solidFill>
                  <a:schemeClr val="lt2"/>
                </a:solidFill>
                <a:effectLst/>
                <a:uFillTx/>
                <a:latin typeface="Bahnschrift SemiLight"/>
              </a:rPr>
              <a:t>Alıntı Yazarı</a:t>
            </a:r>
            <a:endParaRPr lang="en-US" sz="1800" b="0" u="none" strike="noStrike">
              <a:solidFill>
                <a:srgbClr val="ffffff"/>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janda">
    <p:bg>
      <p:bgPr>
        <a:solidFill>
          <a:schemeClr val="lt2"/>
        </a:solidFill>
      </p:bgPr>
    </p:bg>
    <p:spTree>
      <p:nvGrpSpPr>
        <p:cNvPr id="1" name=""/>
        <p:cNvGrpSpPr/>
        <p:nvPr/>
      </p:nvGrpSpPr>
      <p:grpSpPr>
        <a:xfrm>
          <a:off x="0" y="0"/>
          <a:ext cx="0" cy="0"/>
          <a:chOff x="0" y="0"/>
          <a:chExt cx="0" cy="0"/>
        </a:xfrm>
      </p:grpSpPr>
      <p:sp>
        <p:nvSpPr>
          <p:cNvPr id="190" name="Serbest Biçim: Şekil 7"/>
          <p:cNvSpPr/>
          <p:nvPr/>
        </p:nvSpPr>
        <p:spPr>
          <a:xfrm>
            <a:off x="11250720" y="217224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91" name="Serbest Form: Şekil 8"/>
          <p:cNvSpPr/>
          <p:nvPr/>
        </p:nvSpPr>
        <p:spPr>
          <a:xfrm>
            <a:off x="685800" y="252288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cc563b"/>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92" name="Serbest Biçim: Şekil 9"/>
          <p:cNvSpPr/>
          <p:nvPr/>
        </p:nvSpPr>
        <p:spPr>
          <a:xfrm>
            <a:off x="10998720" y="225468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93" name="Serbest Biçim: Şekil 10"/>
          <p:cNvSpPr/>
          <p:nvPr/>
        </p:nvSpPr>
        <p:spPr>
          <a:xfrm>
            <a:off x="10976040" y="225468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194" name="PlaceHolder 1"/>
          <p:cNvSpPr>
            <a:spLocks noGrp="1"/>
          </p:cNvSpPr>
          <p:nvPr>
            <p:ph type="title"/>
          </p:nvPr>
        </p:nvSpPr>
        <p:spPr>
          <a:xfrm>
            <a:off x="612360" y="685800"/>
            <a:ext cx="9140400" cy="153180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9000" b="0" u="none" strike="noStrike" cap="all">
                <a:solidFill>
                  <a:schemeClr val="dk2"/>
                </a:solidFill>
                <a:effectLst/>
                <a:uFillTx/>
                <a:latin typeface="Bahnschrift SemiLight"/>
              </a:rPr>
              <a:t>Ajanda</a:t>
            </a:r>
            <a:endParaRPr lang="en-US" sz="9000" b="0" u="none" strike="noStrike">
              <a:solidFill>
                <a:srgbClr val="000000"/>
              </a:solidFill>
              <a:effectLst/>
              <a:uFillTx/>
              <a:latin typeface="Arial"/>
            </a:endParaRPr>
          </a:p>
        </p:txBody>
      </p:sp>
      <p:sp>
        <p:nvSpPr>
          <p:cNvPr id="195" name="PlaceHolder 2"/>
          <p:cNvSpPr>
            <a:spLocks noGrp="1"/>
          </p:cNvSpPr>
          <p:nvPr>
            <p:ph type="body"/>
          </p:nvPr>
        </p:nvSpPr>
        <p:spPr>
          <a:xfrm>
            <a:off x="612360" y="2958840"/>
            <a:ext cx="9140400" cy="321228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tr" sz="1800" b="0" u="none" strike="noStrike">
                <a:solidFill>
                  <a:schemeClr val="dk2"/>
                </a:solidFill>
                <a:effectLst/>
                <a:uFillTx/>
                <a:latin typeface="Bahnschrift SemiLight"/>
              </a:rPr>
              <a:t>Asıl metin stillerini düzenlemek için tıklayın</a:t>
            </a:r>
            <a:endParaRPr lang="en-US" sz="1800" b="0" u="none" strike="noStrike">
              <a:solidFill>
                <a:srgbClr val="000000"/>
              </a:solidFill>
              <a:effectLst/>
              <a:uFillTx/>
              <a:latin typeface="Arial"/>
            </a:endParaRPr>
          </a:p>
          <a:p>
            <a:pPr marL="228600" indent="0" defTabSz="914400">
              <a:lnSpc>
                <a:spcPct val="150000"/>
              </a:lnSpc>
              <a:spcBef>
                <a:spcPts val="499"/>
              </a:spcBef>
              <a:buNone/>
              <a:tabLst>
                <a:tab algn="l" pos="0"/>
              </a:tabLst>
            </a:pPr>
            <a:r>
              <a:rPr lang="tr" sz="1800" b="0" u="none" strike="noStrike">
                <a:solidFill>
                  <a:schemeClr val="dk2"/>
                </a:solidFill>
                <a:effectLst/>
                <a:uFillTx/>
                <a:latin typeface="Bahnschrift SemiLight"/>
              </a:rPr>
              <a:t>İkinci düzey</a:t>
            </a:r>
            <a:endParaRPr lang="en-US" sz="1800" b="0" u="none" strike="noStrike">
              <a:solidFill>
                <a:srgbClr val="000000"/>
              </a:solidFill>
              <a:effectLst/>
              <a:uFillTx/>
              <a:latin typeface="Arial"/>
            </a:endParaRPr>
          </a:p>
          <a:p>
            <a:pPr marL="457200" indent="0" defTabSz="914400">
              <a:lnSpc>
                <a:spcPct val="150000"/>
              </a:lnSpc>
              <a:spcBef>
                <a:spcPts val="499"/>
              </a:spcBef>
              <a:buNone/>
              <a:tabLst>
                <a:tab algn="l" pos="0"/>
              </a:tabLst>
            </a:pPr>
            <a:r>
              <a:rPr lang="tr" sz="1800" b="0" u="none" strike="noStrike">
                <a:solidFill>
                  <a:schemeClr val="dk2"/>
                </a:solidFill>
                <a:effectLst/>
                <a:uFillTx/>
                <a:latin typeface="Bahnschrift SemiLight"/>
              </a:rPr>
              <a:t>Üçüncü düzey</a:t>
            </a:r>
            <a:endParaRPr lang="en-US" sz="1800" b="0" u="none" strike="noStrike">
              <a:solidFill>
                <a:srgbClr val="000000"/>
              </a:solidFill>
              <a:effectLst/>
              <a:uFillTx/>
              <a:latin typeface="Arial"/>
            </a:endParaRPr>
          </a:p>
          <a:p>
            <a:pPr marL="685800" indent="0" defTabSz="914400">
              <a:lnSpc>
                <a:spcPct val="150000"/>
              </a:lnSpc>
              <a:spcBef>
                <a:spcPts val="499"/>
              </a:spcBef>
              <a:buNone/>
              <a:tabLst>
                <a:tab algn="l" pos="0"/>
              </a:tabLst>
            </a:pPr>
            <a:r>
              <a:rPr lang="tr" sz="1800" b="0" u="none" strike="noStrike">
                <a:solidFill>
                  <a:schemeClr val="dk2"/>
                </a:solidFill>
                <a:effectLst/>
                <a:uFillTx/>
                <a:latin typeface="Bahnschrift SemiLight"/>
              </a:rPr>
              <a:t>Dördüncü düzey</a:t>
            </a:r>
            <a:endParaRPr lang="en-US" sz="1800" b="0" u="none" strike="noStrike">
              <a:solidFill>
                <a:srgbClr val="000000"/>
              </a:solidFill>
              <a:effectLst/>
              <a:uFillTx/>
              <a:latin typeface="Arial"/>
            </a:endParaRPr>
          </a:p>
          <a:p>
            <a:pPr marL="914400" indent="0" defTabSz="914400">
              <a:lnSpc>
                <a:spcPct val="150000"/>
              </a:lnSpc>
              <a:spcBef>
                <a:spcPts val="499"/>
              </a:spcBef>
              <a:buNone/>
              <a:tabLst>
                <a:tab algn="l" pos="0"/>
              </a:tabLst>
            </a:pPr>
            <a:r>
              <a:rPr lang="tr" sz="1800" b="0" u="none" strike="noStrike">
                <a:solidFill>
                  <a:schemeClr val="dk2"/>
                </a:solidFill>
                <a:effectLst/>
                <a:uFillTx/>
                <a:latin typeface="Bahnschrift SemiLight"/>
              </a:rPr>
              <a:t>Beşinci düzey</a:t>
            </a:r>
            <a:endParaRPr lang="en-US" sz="1800" b="0" u="none" strike="noStrike">
              <a:solidFill>
                <a:srgbClr val="000000"/>
              </a:solidFill>
              <a:effectLst/>
              <a:uFillTx/>
              <a:latin typeface="Arial"/>
            </a:endParaRPr>
          </a:p>
        </p:txBody>
      </p:sp>
      <p:sp>
        <p:nvSpPr>
          <p:cNvPr id="196" name="PlaceHolder 3"/>
          <p:cNvSpPr>
            <a:spLocks noGrp="1"/>
          </p:cNvSpPr>
          <p:nvPr>
            <p:ph type="ftr" idx="76"/>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197" name="PlaceHolder 4"/>
          <p:cNvSpPr>
            <a:spLocks noGrp="1"/>
          </p:cNvSpPr>
          <p:nvPr>
            <p:ph type="dt" idx="77"/>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198" name="PlaceHolder 5"/>
          <p:cNvSpPr>
            <a:spLocks noGrp="1"/>
          </p:cNvSpPr>
          <p:nvPr>
            <p:ph type="sldNum" idx="78"/>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ki İçerik">
    <p:bg>
      <p:bgPr>
        <a:solidFill>
          <a:schemeClr val="lt2"/>
        </a:solidFill>
      </p:bgPr>
    </p:bg>
    <p:spTree>
      <p:nvGrpSpPr>
        <p:cNvPr id="1" name=""/>
        <p:cNvGrpSpPr/>
        <p:nvPr/>
      </p:nvGrpSpPr>
      <p:grpSpPr>
        <a:xfrm>
          <a:off x="0" y="0"/>
          <a:ext cx="0" cy="0"/>
          <a:chOff x="0" y="0"/>
          <a:chExt cx="0" cy="0"/>
        </a:xfrm>
      </p:grpSpPr>
      <p:sp>
        <p:nvSpPr>
          <p:cNvPr id="199" name="PlaceHolder 1"/>
          <p:cNvSpPr>
            <a:spLocks noGrp="1"/>
          </p:cNvSpPr>
          <p:nvPr>
            <p:ph type="title"/>
          </p:nvPr>
        </p:nvSpPr>
        <p:spPr>
          <a:xfrm>
            <a:off x="612720" y="685800"/>
            <a:ext cx="10962720" cy="113220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00" name="PlaceHolder 2"/>
          <p:cNvSpPr>
            <a:spLocks noGrp="1"/>
          </p:cNvSpPr>
          <p:nvPr>
            <p:ph type="body"/>
          </p:nvPr>
        </p:nvSpPr>
        <p:spPr>
          <a:xfrm>
            <a:off x="612720" y="1965960"/>
            <a:ext cx="5073840" cy="41947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201" name="PlaceHolder 3"/>
          <p:cNvSpPr>
            <a:spLocks noGrp="1"/>
          </p:cNvSpPr>
          <p:nvPr>
            <p:ph type="body"/>
          </p:nvPr>
        </p:nvSpPr>
        <p:spPr>
          <a:xfrm>
            <a:off x="6471000" y="1965960"/>
            <a:ext cx="5074200" cy="41947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202" name="PlaceHolder 4"/>
          <p:cNvSpPr>
            <a:spLocks noGrp="1"/>
          </p:cNvSpPr>
          <p:nvPr>
            <p:ph type="ftr" idx="79"/>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03" name="PlaceHolder 5"/>
          <p:cNvSpPr>
            <a:spLocks noGrp="1"/>
          </p:cNvSpPr>
          <p:nvPr>
            <p:ph type="dt" idx="80"/>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04" name="PlaceHolder 6"/>
          <p:cNvSpPr>
            <a:spLocks noGrp="1"/>
          </p:cNvSpPr>
          <p:nvPr>
            <p:ph type="sldNum" idx="81"/>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rşılaştırma">
    <p:bg>
      <p:bgPr>
        <a:solidFill>
          <a:schemeClr val="lt2"/>
        </a:solidFill>
      </p:bgPr>
    </p:bg>
    <p:spTree>
      <p:nvGrpSpPr>
        <p:cNvPr id="1" name=""/>
        <p:cNvGrpSpPr/>
        <p:nvPr/>
      </p:nvGrpSpPr>
      <p:grpSpPr>
        <a:xfrm>
          <a:off x="0" y="0"/>
          <a:ext cx="0" cy="0"/>
          <a:chOff x="0" y="0"/>
          <a:chExt cx="0" cy="0"/>
        </a:xfrm>
      </p:grpSpPr>
      <p:sp>
        <p:nvSpPr>
          <p:cNvPr id="205" name="PlaceHolder 1"/>
          <p:cNvSpPr>
            <a:spLocks noGrp="1"/>
          </p:cNvSpPr>
          <p:nvPr>
            <p:ph type="title"/>
          </p:nvPr>
        </p:nvSpPr>
        <p:spPr>
          <a:xfrm>
            <a:off x="612720" y="685800"/>
            <a:ext cx="10962720" cy="113220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06" name="PlaceHolder 2"/>
          <p:cNvSpPr>
            <a:spLocks noGrp="1"/>
          </p:cNvSpPr>
          <p:nvPr>
            <p:ph type="body"/>
          </p:nvPr>
        </p:nvSpPr>
        <p:spPr>
          <a:xfrm>
            <a:off x="640080" y="1878480"/>
            <a:ext cx="5073840" cy="55872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tr" sz="1600" b="1" u="none" strike="noStrike" cap="all">
                <a:solidFill>
                  <a:schemeClr val="dk2"/>
                </a:solidFill>
                <a:effectLst/>
                <a:uFillTx/>
                <a:latin typeface="Bahnschrift SemiLight"/>
              </a:rPr>
              <a:t>Asıl metin stillerini düzenlemek için tıklayın</a:t>
            </a:r>
            <a:endParaRPr lang="en-US" sz="1600" b="0" u="none" strike="noStrike">
              <a:solidFill>
                <a:srgbClr val="000000"/>
              </a:solidFill>
              <a:effectLst/>
              <a:uFillTx/>
              <a:latin typeface="Arial"/>
            </a:endParaRPr>
          </a:p>
        </p:txBody>
      </p:sp>
      <p:sp>
        <p:nvSpPr>
          <p:cNvPr id="207" name="PlaceHolder 3"/>
          <p:cNvSpPr>
            <a:spLocks noGrp="1"/>
          </p:cNvSpPr>
          <p:nvPr>
            <p:ph type="body"/>
          </p:nvPr>
        </p:nvSpPr>
        <p:spPr>
          <a:xfrm>
            <a:off x="6497640" y="1878480"/>
            <a:ext cx="5074560" cy="55872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tr" sz="1600" b="1" u="none" strike="noStrike" cap="all">
                <a:solidFill>
                  <a:schemeClr val="dk2"/>
                </a:solidFill>
                <a:effectLst/>
                <a:uFillTx/>
                <a:latin typeface="Bahnschrift SemiLight"/>
              </a:rPr>
              <a:t>Asıl metin stillerini düzenlemek için tıklayın</a:t>
            </a:r>
            <a:endParaRPr lang="en-US" sz="1600" b="0" u="none" strike="noStrike">
              <a:solidFill>
                <a:srgbClr val="000000"/>
              </a:solidFill>
              <a:effectLst/>
              <a:uFillTx/>
              <a:latin typeface="Arial"/>
            </a:endParaRPr>
          </a:p>
        </p:txBody>
      </p:sp>
      <p:sp>
        <p:nvSpPr>
          <p:cNvPr id="208" name="PlaceHolder 4"/>
          <p:cNvSpPr>
            <a:spLocks noGrp="1"/>
          </p:cNvSpPr>
          <p:nvPr>
            <p:ph type="body"/>
          </p:nvPr>
        </p:nvSpPr>
        <p:spPr>
          <a:xfrm>
            <a:off x="609480" y="2514600"/>
            <a:ext cx="5074200" cy="365796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209" name="PlaceHolder 5"/>
          <p:cNvSpPr>
            <a:spLocks noGrp="1"/>
          </p:cNvSpPr>
          <p:nvPr>
            <p:ph type="body"/>
          </p:nvPr>
        </p:nvSpPr>
        <p:spPr>
          <a:xfrm>
            <a:off x="6497640" y="2514600"/>
            <a:ext cx="5074560" cy="365796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210" name="PlaceHolder 6"/>
          <p:cNvSpPr>
            <a:spLocks noGrp="1"/>
          </p:cNvSpPr>
          <p:nvPr>
            <p:ph type="ftr" idx="82"/>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11" name="PlaceHolder 7"/>
          <p:cNvSpPr>
            <a:spLocks noGrp="1"/>
          </p:cNvSpPr>
          <p:nvPr>
            <p:ph type="dt" idx="83"/>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12" name="PlaceHolder 8"/>
          <p:cNvSpPr>
            <a:spLocks noGrp="1"/>
          </p:cNvSpPr>
          <p:nvPr>
            <p:ph type="sldNum" idx="84"/>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Yalnızca Başlık">
    <p:bg>
      <p:bgPr>
        <a:solidFill>
          <a:schemeClr val="lt2"/>
        </a:solidFill>
      </p:bgPr>
    </p:bg>
    <p:spTree>
      <p:nvGrpSpPr>
        <p:cNvPr id="1" name=""/>
        <p:cNvGrpSpPr/>
        <p:nvPr/>
      </p:nvGrpSpPr>
      <p:grpSpPr>
        <a:xfrm>
          <a:off x="0" y="0"/>
          <a:ext cx="0" cy="0"/>
          <a:chOff x="0" y="0"/>
          <a:chExt cx="0" cy="0"/>
        </a:xfrm>
      </p:grpSpPr>
      <p:sp>
        <p:nvSpPr>
          <p:cNvPr id="213" name="PlaceHolder 1"/>
          <p:cNvSpPr>
            <a:spLocks noGrp="1"/>
          </p:cNvSpPr>
          <p:nvPr>
            <p:ph type="title"/>
          </p:nvPr>
        </p:nvSpPr>
        <p:spPr>
          <a:xfrm>
            <a:off x="612720" y="685800"/>
            <a:ext cx="10962720" cy="113220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14" name="PlaceHolder 2"/>
          <p:cNvSpPr>
            <a:spLocks noGrp="1"/>
          </p:cNvSpPr>
          <p:nvPr>
            <p:ph type="ftr" idx="85"/>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15" name="PlaceHolder 3"/>
          <p:cNvSpPr>
            <a:spLocks noGrp="1"/>
          </p:cNvSpPr>
          <p:nvPr>
            <p:ph type="dt" idx="86"/>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16" name="PlaceHolder 4"/>
          <p:cNvSpPr>
            <a:spLocks noGrp="1"/>
          </p:cNvSpPr>
          <p:nvPr>
            <p:ph type="sldNum" idx="87"/>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oş">
    <p:bg>
      <p:bgPr>
        <a:solidFill>
          <a:schemeClr val="lt2"/>
        </a:solidFill>
      </p:bgPr>
    </p:bg>
    <p:spTree>
      <p:nvGrpSpPr>
        <p:cNvPr id="1" name=""/>
        <p:cNvGrpSpPr/>
        <p:nvPr/>
      </p:nvGrpSpPr>
      <p:grpSpPr>
        <a:xfrm>
          <a:off x="0" y="0"/>
          <a:ext cx="0" cy="0"/>
          <a:chOff x="0" y="0"/>
          <a:chExt cx="0" cy="0"/>
        </a:xfrm>
      </p:grpSpPr>
      <p:sp>
        <p:nvSpPr>
          <p:cNvPr id="217" name="PlaceHolder 1"/>
          <p:cNvSpPr>
            <a:spLocks noGrp="1"/>
          </p:cNvSpPr>
          <p:nvPr>
            <p:ph type="ftr" idx="88"/>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18" name="PlaceHolder 2"/>
          <p:cNvSpPr>
            <a:spLocks noGrp="1"/>
          </p:cNvSpPr>
          <p:nvPr>
            <p:ph type="dt" idx="89"/>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19" name="PlaceHolder 3"/>
          <p:cNvSpPr>
            <a:spLocks noGrp="1"/>
          </p:cNvSpPr>
          <p:nvPr>
            <p:ph type="sldNum" idx="90"/>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 Yazılı İçerik">
    <p:bg>
      <p:bgPr>
        <a:solidFill>
          <a:schemeClr val="lt2"/>
        </a:solidFill>
      </p:bgPr>
    </p:bg>
    <p:spTree>
      <p:nvGrpSpPr>
        <p:cNvPr id="1" name=""/>
        <p:cNvGrpSpPr/>
        <p:nvPr/>
      </p:nvGrpSpPr>
      <p:grpSpPr>
        <a:xfrm>
          <a:off x="0" y="0"/>
          <a:ext cx="0" cy="0"/>
          <a:chOff x="0" y="0"/>
          <a:chExt cx="0" cy="0"/>
        </a:xfrm>
      </p:grpSpPr>
      <p:sp>
        <p:nvSpPr>
          <p:cNvPr id="220" name="PlaceHolder 1"/>
          <p:cNvSpPr>
            <a:spLocks noGrp="1"/>
          </p:cNvSpPr>
          <p:nvPr>
            <p:ph type="title"/>
          </p:nvPr>
        </p:nvSpPr>
        <p:spPr>
          <a:xfrm>
            <a:off x="612720" y="685800"/>
            <a:ext cx="3653640" cy="364284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21" name="PlaceHolder 2"/>
          <p:cNvSpPr>
            <a:spLocks noGrp="1"/>
          </p:cNvSpPr>
          <p:nvPr>
            <p:ph type="body"/>
          </p:nvPr>
        </p:nvSpPr>
        <p:spPr>
          <a:xfrm>
            <a:off x="612720" y="4526280"/>
            <a:ext cx="3653640" cy="1620000"/>
          </a:xfrm>
          <a:prstGeom prst="rect">
            <a:avLst/>
          </a:prstGeom>
          <a:noFill/>
          <a:ln w="0">
            <a:noFill/>
          </a:ln>
        </p:spPr>
        <p:txBody>
          <a:bodyPr lIns="91440" rIns="91440" tIns="45720" bIns="45720" anchor="b">
            <a:noAutofit/>
          </a:bodyPr>
          <a:p>
            <a:pPr indent="0" defTabSz="914400">
              <a:lnSpc>
                <a:spcPct val="100000"/>
              </a:lnSpc>
              <a:spcBef>
                <a:spcPts val="1001"/>
              </a:spcBef>
              <a:buNone/>
              <a:tabLst>
                <a:tab algn="l" pos="0"/>
              </a:tabLst>
            </a:pPr>
            <a:r>
              <a:rPr lang="tr" sz="1600" b="0" u="none" strike="noStrike">
                <a:solidFill>
                  <a:schemeClr val="dk2"/>
                </a:solidFill>
                <a:effectLst/>
                <a:uFillTx/>
                <a:latin typeface="Bahnschrift SemiLight"/>
              </a:rPr>
              <a:t>Asıl metin stillerini düzenlemek için tıklayın</a:t>
            </a:r>
            <a:endParaRPr lang="en-US" sz="1600" b="0" u="none" strike="noStrike">
              <a:solidFill>
                <a:srgbClr val="000000"/>
              </a:solidFill>
              <a:effectLst/>
              <a:uFillTx/>
              <a:latin typeface="Arial"/>
            </a:endParaRPr>
          </a:p>
        </p:txBody>
      </p:sp>
      <p:sp>
        <p:nvSpPr>
          <p:cNvPr id="222" name="PlaceHolder 3"/>
          <p:cNvSpPr>
            <a:spLocks noGrp="1"/>
          </p:cNvSpPr>
          <p:nvPr>
            <p:ph type="body"/>
          </p:nvPr>
        </p:nvSpPr>
        <p:spPr>
          <a:xfrm>
            <a:off x="4876920" y="685800"/>
            <a:ext cx="6698520" cy="54853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223" name="PlaceHolder 4"/>
          <p:cNvSpPr>
            <a:spLocks noGrp="1"/>
          </p:cNvSpPr>
          <p:nvPr>
            <p:ph type="ftr" idx="91"/>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24" name="PlaceHolder 5"/>
          <p:cNvSpPr>
            <a:spLocks noGrp="1"/>
          </p:cNvSpPr>
          <p:nvPr>
            <p:ph type="dt" idx="92"/>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25" name="PlaceHolder 6"/>
          <p:cNvSpPr>
            <a:spLocks noGrp="1"/>
          </p:cNvSpPr>
          <p:nvPr>
            <p:ph type="sldNum" idx="93"/>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2">
    <p:bg>
      <p:bgPr>
        <a:solidFill>
          <a:schemeClr val="lt2"/>
        </a:solidFill>
      </p:bgPr>
    </p:bg>
    <p:spTree>
      <p:nvGrpSpPr>
        <p:cNvPr id="1" name=""/>
        <p:cNvGrpSpPr/>
        <p:nvPr/>
      </p:nvGrpSpPr>
      <p:grpSpPr>
        <a:xfrm>
          <a:off x="0" y="0"/>
          <a:ext cx="0" cy="0"/>
          <a:chOff x="0" y="0"/>
          <a:chExt cx="0" cy="0"/>
        </a:xfrm>
      </p:grpSpPr>
      <p:cxnSp>
        <p:nvCxnSpPr>
          <p:cNvPr id="226" name="Düz Bağlayıcı 4"/>
          <p:cNvCxnSpPr/>
          <p:nvPr/>
        </p:nvCxnSpPr>
        <p:spPr>
          <a:xfrm>
            <a:off x="612360" y="2359080"/>
            <a:ext cx="6337800" cy="1080"/>
          </a:xfrm>
          <a:prstGeom prst="straightConnector1">
            <a:avLst/>
          </a:prstGeom>
          <a:ln w="31750">
            <a:solidFill>
              <a:srgbClr val="cc563b"/>
            </a:solidFill>
            <a:round/>
          </a:ln>
        </p:spPr>
      </p:cxnSp>
      <p:sp>
        <p:nvSpPr>
          <p:cNvPr id="227" name="PlaceHolder 1"/>
          <p:cNvSpPr>
            <a:spLocks noGrp="1"/>
          </p:cNvSpPr>
          <p:nvPr>
            <p:ph type="title"/>
          </p:nvPr>
        </p:nvSpPr>
        <p:spPr>
          <a:xfrm>
            <a:off x="612720" y="685800"/>
            <a:ext cx="6390360" cy="137088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28" name="PlaceHolder 2"/>
          <p:cNvSpPr>
            <a:spLocks noGrp="1"/>
          </p:cNvSpPr>
          <p:nvPr>
            <p:ph type="body"/>
          </p:nvPr>
        </p:nvSpPr>
        <p:spPr>
          <a:xfrm>
            <a:off x="612720" y="2742480"/>
            <a:ext cx="6390000" cy="342864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229" name="PlaceHolder 3"/>
          <p:cNvSpPr>
            <a:spLocks noGrp="1"/>
          </p:cNvSpPr>
          <p:nvPr>
            <p:ph type="ftr" idx="94"/>
          </p:nvPr>
        </p:nvSpPr>
        <p:spPr>
          <a:xfrm>
            <a:off x="612720" y="634680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30" name="PlaceHolder 4"/>
          <p:cNvSpPr>
            <a:spLocks noGrp="1"/>
          </p:cNvSpPr>
          <p:nvPr>
            <p:ph type="dt" idx="95"/>
          </p:nvPr>
        </p:nvSpPr>
        <p:spPr>
          <a:xfrm>
            <a:off x="4887000" y="6346800"/>
            <a:ext cx="16063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31" name="PlaceHolder 5"/>
          <p:cNvSpPr>
            <a:spLocks noGrp="1"/>
          </p:cNvSpPr>
          <p:nvPr>
            <p:ph type="sldNum" idx="96"/>
          </p:nvPr>
        </p:nvSpPr>
        <p:spPr>
          <a:xfrm>
            <a:off x="6530760" y="634680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232" name="PlaceHolder 6"/>
          <p:cNvSpPr>
            <a:spLocks noGrp="1"/>
          </p:cNvSpPr>
          <p:nvPr>
            <p:ph type="body"/>
          </p:nvPr>
        </p:nvSpPr>
        <p:spPr>
          <a:xfrm>
            <a:off x="7631640" y="0"/>
            <a:ext cx="4559400" cy="6856920"/>
          </a:xfrm>
          <a:prstGeom prst="rect">
            <a:avLst/>
          </a:prstGeom>
          <a:blipFill rotWithShape="0">
            <a:blip r:embed="rId2">
              <a:alphaModFix amt="60000"/>
            </a:blip>
            <a:stretch/>
          </a:blipFill>
          <a:ln w="0">
            <a:noFill/>
          </a:ln>
        </p:spPr>
        <p:txBody>
          <a:bodyPr lIns="90000" rIns="90000" tIns="45000" bIns="45000" anchor="t">
            <a:no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 Yazılı Resim">
    <p:bg>
      <p:bgPr>
        <a:solidFill>
          <a:schemeClr val="lt2"/>
        </a:solidFill>
      </p:bgPr>
    </p:bg>
    <p:spTree>
      <p:nvGrpSpPr>
        <p:cNvPr id="1" name=""/>
        <p:cNvGrpSpPr/>
        <p:nvPr/>
      </p:nvGrpSpPr>
      <p:grpSpPr>
        <a:xfrm>
          <a:off x="0" y="0"/>
          <a:ext cx="0" cy="0"/>
          <a:chOff x="0" y="0"/>
          <a:chExt cx="0" cy="0"/>
        </a:xfrm>
      </p:grpSpPr>
      <p:sp>
        <p:nvSpPr>
          <p:cNvPr id="233" name="PlaceHolder 1"/>
          <p:cNvSpPr>
            <a:spLocks noGrp="1"/>
          </p:cNvSpPr>
          <p:nvPr>
            <p:ph type="title"/>
          </p:nvPr>
        </p:nvSpPr>
        <p:spPr>
          <a:xfrm>
            <a:off x="612720" y="685800"/>
            <a:ext cx="3653640" cy="364284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34" name="PlaceHolder 2"/>
          <p:cNvSpPr>
            <a:spLocks noGrp="1"/>
          </p:cNvSpPr>
          <p:nvPr>
            <p:ph type="body"/>
          </p:nvPr>
        </p:nvSpPr>
        <p:spPr>
          <a:xfrm>
            <a:off x="612720" y="4526280"/>
            <a:ext cx="3653640" cy="1620000"/>
          </a:xfrm>
          <a:prstGeom prst="rect">
            <a:avLst/>
          </a:prstGeom>
          <a:noFill/>
          <a:ln w="0">
            <a:noFill/>
          </a:ln>
        </p:spPr>
        <p:txBody>
          <a:bodyPr lIns="91440" rIns="91440" tIns="45720" bIns="45720" anchor="b">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p:txBody>
      </p:sp>
      <p:sp>
        <p:nvSpPr>
          <p:cNvPr id="235" name="PlaceHolder 3"/>
          <p:cNvSpPr>
            <a:spLocks noGrp="1"/>
          </p:cNvSpPr>
          <p:nvPr>
            <p:ph type="body"/>
          </p:nvPr>
        </p:nvSpPr>
        <p:spPr>
          <a:xfrm>
            <a:off x="4871880" y="685800"/>
            <a:ext cx="6698520" cy="5441400"/>
          </a:xfrm>
          <a:prstGeom prst="rect">
            <a:avLst/>
          </a:prstGeom>
          <a:blipFill rotWithShape="0">
            <a:blip r:embed="rId2">
              <a:alphaModFix amt="60000"/>
            </a:blip>
            <a:stretch/>
          </a:blipFill>
          <a:ln w="0">
            <a:noFill/>
          </a:ln>
        </p:spPr>
        <p:txBody>
          <a:bodyPr lIns="90000" rIns="90000" tIns="45000" bIns="45000" anchor="t">
            <a:norm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
        <p:nvSpPr>
          <p:cNvPr id="236" name="PlaceHolder 4"/>
          <p:cNvSpPr>
            <a:spLocks noGrp="1"/>
          </p:cNvSpPr>
          <p:nvPr>
            <p:ph type="ftr" idx="97"/>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37" name="PlaceHolder 5"/>
          <p:cNvSpPr>
            <a:spLocks noGrp="1"/>
          </p:cNvSpPr>
          <p:nvPr>
            <p:ph type="dt" idx="98"/>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38" name="PlaceHolder 6"/>
          <p:cNvSpPr>
            <a:spLocks noGrp="1"/>
          </p:cNvSpPr>
          <p:nvPr>
            <p:ph type="sldNum" idx="99"/>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Başlık 3">
    <p:bg>
      <p:bgPr>
        <a:solidFill>
          <a:schemeClr val="dk2"/>
        </a:solidFill>
      </p:bgPr>
    </p:bg>
    <p:spTree>
      <p:nvGrpSpPr>
        <p:cNvPr id="1" name=""/>
        <p:cNvGrpSpPr/>
        <p:nvPr/>
      </p:nvGrpSpPr>
      <p:grpSpPr>
        <a:xfrm>
          <a:off x="0" y="0"/>
          <a:ext cx="0" cy="0"/>
          <a:chOff x="0" y="0"/>
          <a:chExt cx="0" cy="0"/>
        </a:xfrm>
      </p:grpSpPr>
      <p:sp>
        <p:nvSpPr>
          <p:cNvPr id="239" name="PlaceHolder 1"/>
          <p:cNvSpPr>
            <a:spLocks noGrp="1"/>
          </p:cNvSpPr>
          <p:nvPr>
            <p:ph type="title"/>
          </p:nvPr>
        </p:nvSpPr>
        <p:spPr>
          <a:xfrm>
            <a:off x="6703920" y="685800"/>
            <a:ext cx="4871160" cy="27421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7000" b="0" u="none" strike="noStrike" cap="all">
                <a:solidFill>
                  <a:schemeClr val="lt2"/>
                </a:solidFill>
                <a:effectLst/>
                <a:uFillTx/>
                <a:latin typeface="Bahnschrift SemiLight"/>
              </a:rPr>
              <a:t>Asıl başlık stilini düzenlemek için tıklayın</a:t>
            </a:r>
            <a:endParaRPr lang="en-US" sz="7000" b="0" u="none" strike="noStrike">
              <a:solidFill>
                <a:srgbClr val="ffffff"/>
              </a:solidFill>
              <a:effectLst/>
              <a:uFillTx/>
              <a:latin typeface="Arial"/>
            </a:endParaRPr>
          </a:p>
        </p:txBody>
      </p:sp>
      <p:sp>
        <p:nvSpPr>
          <p:cNvPr id="240" name="PlaceHolder 2"/>
          <p:cNvSpPr>
            <a:spLocks noGrp="1"/>
          </p:cNvSpPr>
          <p:nvPr>
            <p:ph type="body"/>
          </p:nvPr>
        </p:nvSpPr>
        <p:spPr>
          <a:xfrm>
            <a:off x="0" y="0"/>
            <a:ext cx="6094800" cy="68569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ffffff"/>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241" name="PlaceHolder 3"/>
          <p:cNvSpPr>
            <a:spLocks noGrp="1"/>
          </p:cNvSpPr>
          <p:nvPr>
            <p:ph type="ftr" idx="100"/>
          </p:nvPr>
        </p:nvSpPr>
        <p:spPr>
          <a:xfrm>
            <a:off x="6702480" y="6343920"/>
            <a:ext cx="20995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242" name="PlaceHolder 4"/>
          <p:cNvSpPr>
            <a:spLocks noGrp="1"/>
          </p:cNvSpPr>
          <p:nvPr>
            <p:ph type="dt" idx="101"/>
          </p:nvPr>
        </p:nvSpPr>
        <p:spPr>
          <a:xfrm>
            <a:off x="9618840" y="6343920"/>
            <a:ext cx="14742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243" name="PlaceHolder 5"/>
          <p:cNvSpPr>
            <a:spLocks noGrp="1"/>
          </p:cNvSpPr>
          <p:nvPr>
            <p:ph type="sldNum" idx="102"/>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cxnSp>
        <p:nvCxnSpPr>
          <p:cNvPr id="244" name="Düz Bağlayıcı 9"/>
          <p:cNvCxnSpPr/>
          <p:nvPr/>
        </p:nvCxnSpPr>
        <p:spPr>
          <a:xfrm>
            <a:off x="6703920" y="4876560"/>
            <a:ext cx="4874760" cy="1080"/>
          </a:xfrm>
          <a:prstGeom prst="straightConnector1">
            <a:avLst/>
          </a:prstGeom>
          <a:ln w="31750">
            <a:solidFill>
              <a:srgbClr val="cc563b"/>
            </a:solidFill>
            <a:round/>
          </a:ln>
        </p:spPr>
      </p:cxn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onuç">
    <p:bg>
      <p:bgPr>
        <a:solidFill>
          <a:schemeClr val="dk2"/>
        </a:solidFill>
      </p:bgPr>
    </p:bg>
    <p:spTree>
      <p:nvGrpSpPr>
        <p:cNvPr id="1" name=""/>
        <p:cNvGrpSpPr/>
        <p:nvPr/>
      </p:nvGrpSpPr>
      <p:grpSpPr>
        <a:xfrm>
          <a:off x="0" y="0"/>
          <a:ext cx="0" cy="0"/>
          <a:chOff x="0" y="0"/>
          <a:chExt cx="0" cy="0"/>
        </a:xfrm>
      </p:grpSpPr>
      <p:sp>
        <p:nvSpPr>
          <p:cNvPr id="245" name="PlaceHolder 1"/>
          <p:cNvSpPr>
            <a:spLocks noGrp="1"/>
          </p:cNvSpPr>
          <p:nvPr>
            <p:ph type="title"/>
          </p:nvPr>
        </p:nvSpPr>
        <p:spPr>
          <a:xfrm>
            <a:off x="612720" y="685800"/>
            <a:ext cx="10971720" cy="182772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9000" b="0" u="none" strike="noStrike" cap="all">
                <a:solidFill>
                  <a:schemeClr val="lt2"/>
                </a:solidFill>
                <a:effectLst/>
                <a:uFillTx/>
                <a:latin typeface="Bahnschrift SemiLight"/>
              </a:rPr>
              <a:t>Asıl başlık stilini düzenlemek için tıklayın</a:t>
            </a:r>
            <a:endParaRPr lang="en-US" sz="9000" b="0" u="none" strike="noStrike">
              <a:solidFill>
                <a:srgbClr val="ffffff"/>
              </a:solidFill>
              <a:effectLst/>
              <a:uFillTx/>
              <a:latin typeface="Arial"/>
            </a:endParaRPr>
          </a:p>
        </p:txBody>
      </p:sp>
      <p:sp>
        <p:nvSpPr>
          <p:cNvPr id="246" name="PlaceHolder 2"/>
          <p:cNvSpPr>
            <a:spLocks noGrp="1"/>
          </p:cNvSpPr>
          <p:nvPr>
            <p:ph type="body"/>
          </p:nvPr>
        </p:nvSpPr>
        <p:spPr>
          <a:xfrm>
            <a:off x="612720" y="3429000"/>
            <a:ext cx="10971720" cy="27421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lt2"/>
                </a:solidFill>
                <a:effectLst/>
                <a:uFillTx/>
                <a:latin typeface="Bahnschrift SemiLight"/>
              </a:rPr>
              <a:t>Asıl metin stillerini düzenlemek için tıklayın</a:t>
            </a:r>
            <a:endParaRPr lang="en-US" sz="1400" b="0" u="none" strike="noStrike">
              <a:solidFill>
                <a:srgbClr val="ffffff"/>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lt2"/>
                </a:solidFill>
                <a:effectLst/>
                <a:uFillTx/>
                <a:latin typeface="Bahnschrift SemiLight"/>
              </a:rPr>
              <a:t>İkinci düzey</a:t>
            </a:r>
            <a:endParaRPr lang="en-US" sz="1400" b="0" u="none" strike="noStrike">
              <a:solidFill>
                <a:srgbClr val="ffffff"/>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lt2"/>
                </a:solidFill>
                <a:effectLst/>
                <a:uFillTx/>
                <a:latin typeface="Bahnschrift SemiLight"/>
              </a:rPr>
              <a:t>Üçüncü düzey</a:t>
            </a:r>
            <a:endParaRPr lang="en-US" sz="1400" b="0" u="none" strike="noStrike">
              <a:solidFill>
                <a:srgbClr val="ffffff"/>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lt2"/>
                </a:solidFill>
                <a:effectLst/>
                <a:uFillTx/>
                <a:latin typeface="Bahnschrift SemiLight"/>
              </a:rPr>
              <a:t>Dördüncü düzey</a:t>
            </a:r>
            <a:endParaRPr lang="en-US" sz="1400" b="0" u="none" strike="noStrike">
              <a:solidFill>
                <a:srgbClr val="ffffff"/>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lt2"/>
                </a:solidFill>
                <a:effectLst/>
                <a:uFillTx/>
                <a:latin typeface="Bahnschrift SemiLight"/>
              </a:rPr>
              <a:t>Beşinci düzey</a:t>
            </a:r>
            <a:endParaRPr lang="en-US" sz="1400" b="0" u="none" strike="noStrike">
              <a:solidFill>
                <a:srgbClr val="ffffff"/>
              </a:solidFill>
              <a:effectLst/>
              <a:uFillTx/>
              <a:latin typeface="Arial"/>
            </a:endParaRPr>
          </a:p>
        </p:txBody>
      </p:sp>
      <p:cxnSp>
        <p:nvCxnSpPr>
          <p:cNvPr id="247" name="Düz Bağlayıcı 8"/>
          <p:cNvCxnSpPr/>
          <p:nvPr/>
        </p:nvCxnSpPr>
        <p:spPr>
          <a:xfrm>
            <a:off x="621720" y="2895480"/>
            <a:ext cx="10964520" cy="1080"/>
          </a:xfrm>
          <a:prstGeom prst="straightConnector1">
            <a:avLst/>
          </a:prstGeom>
          <a:ln w="31750">
            <a:solidFill>
              <a:srgbClr val="cc563b"/>
            </a:solidFill>
            <a:round/>
          </a:ln>
        </p:spPr>
      </p:cxnSp>
      <p:sp>
        <p:nvSpPr>
          <p:cNvPr id="248" name="PlaceHolder 3"/>
          <p:cNvSpPr>
            <a:spLocks noGrp="1"/>
          </p:cNvSpPr>
          <p:nvPr>
            <p:ph type="ftr" idx="103"/>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249" name="PlaceHolder 4"/>
          <p:cNvSpPr>
            <a:spLocks noGrp="1"/>
          </p:cNvSpPr>
          <p:nvPr>
            <p:ph type="dt" idx="104"/>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250" name="PlaceHolder 5"/>
          <p:cNvSpPr>
            <a:spLocks noGrp="1"/>
          </p:cNvSpPr>
          <p:nvPr>
            <p:ph type="sldNum" idx="105"/>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onuç 2">
    <p:bg>
      <p:bgPr>
        <a:solidFill>
          <a:schemeClr val="dk2"/>
        </a:solidFill>
      </p:bgPr>
    </p:bg>
    <p:spTree>
      <p:nvGrpSpPr>
        <p:cNvPr id="1" name=""/>
        <p:cNvGrpSpPr/>
        <p:nvPr/>
      </p:nvGrpSpPr>
      <p:grpSpPr>
        <a:xfrm>
          <a:off x="0" y="0"/>
          <a:ext cx="0" cy="0"/>
          <a:chOff x="0" y="0"/>
          <a:chExt cx="0" cy="0"/>
        </a:xfrm>
      </p:grpSpPr>
      <p:sp>
        <p:nvSpPr>
          <p:cNvPr id="251" name="Serbest Biçim: Şekil 8"/>
          <p:cNvSpPr/>
          <p:nvPr/>
        </p:nvSpPr>
        <p:spPr>
          <a:xfrm>
            <a:off x="11253960" y="729360"/>
            <a:ext cx="5040" cy="741960"/>
          </a:xfrm>
          <a:custGeom>
            <a:avLst/>
            <a:gdLst>
              <a:gd name="textAreaLeft" fmla="*/ 0 w 5040"/>
              <a:gd name="textAreaRight" fmla="*/ 6120 w 5040"/>
              <a:gd name="textAreaTop" fmla="*/ 0 h 741960"/>
              <a:gd name="textAreaBottom" fmla="*/ 743040 h 741960"/>
              <a:gd name="GluePoint1X" fmla="*/ 0 w 6296"/>
              <a:gd name="GluePoint1Y" fmla="*/ 0 h 742941"/>
              <a:gd name="GluePoint2X" fmla="*/ 0 w 6296"/>
              <a:gd name="GluePoint2Y" fmla="*/ 742942 h 742941"/>
            </a:gdLst>
            <a:ahLst/>
            <a:cxnLst>
              <a:cxn ang="0">
                <a:pos x="GluePoint1X" y="GluePoint1Y"/>
              </a:cxn>
              <a:cxn ang="0">
                <a:pos x="GluePoint2X" y="GluePoint2Y"/>
              </a:cxn>
            </a:cxnLst>
            <a:rect l="textAreaLeft" t="textAreaTop" r="textAreaRight" b="textAreaBottom"/>
            <a:pathLst>
              <a:path w="6296" h="742941">
                <a:moveTo>
                  <a:pt x="0" y="0"/>
                </a:moveTo>
                <a:lnTo>
                  <a:pt x="0" y="742942"/>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252" name="Serbest Biçim: Şekil 9"/>
          <p:cNvSpPr/>
          <p:nvPr/>
        </p:nvSpPr>
        <p:spPr>
          <a:xfrm>
            <a:off x="10866960" y="1081080"/>
            <a:ext cx="741960" cy="5040"/>
          </a:xfrm>
          <a:custGeom>
            <a:avLst/>
            <a:gdLst>
              <a:gd name="textAreaLeft" fmla="*/ 0 w 741960"/>
              <a:gd name="textAreaRight" fmla="*/ 743040 w 741960"/>
              <a:gd name="textAreaTop" fmla="*/ 0 h 5040"/>
              <a:gd name="textAreaBottom" fmla="*/ 6120 h 5040"/>
              <a:gd name="GluePoint1X" fmla="*/ 742942 w 742942"/>
              <a:gd name="GluePoint1Y" fmla="*/ 0 h 6296"/>
              <a:gd name="GluePoint2X" fmla="*/ 0 w 742942"/>
              <a:gd name="GluePoint2Y" fmla="*/ 0 h 6296"/>
            </a:gdLst>
            <a:ahLst/>
            <a:cxnLst>
              <a:cxn ang="0">
                <a:pos x="GluePoint1X" y="GluePoint1Y"/>
              </a:cxn>
              <a:cxn ang="0">
                <a:pos x="GluePoint2X" y="GluePoint2Y"/>
              </a:cxn>
            </a:cxnLst>
            <a:rect l="textAreaLeft" t="textAreaTop" r="textAreaRight" b="textAreaBottom"/>
            <a:pathLst>
              <a:path w="742942" h="6296">
                <a:moveTo>
                  <a:pt x="742942" y="0"/>
                </a:moveTo>
                <a:lnTo>
                  <a:pt x="0" y="0"/>
                </a:lnTo>
              </a:path>
            </a:pathLst>
          </a:custGeom>
          <a:noFill/>
          <a:ln w="31077">
            <a:solidFill>
              <a:srgbClr val="cc563b"/>
            </a:solidFill>
            <a:miter/>
          </a:ln>
        </p:spPr>
        <p:style>
          <a:lnRef idx="0"/>
          <a:fillRef idx="0"/>
          <a:effectRef idx="0"/>
          <a:fontRef idx="minor"/>
        </p:style>
        <p:txBody>
          <a:bodyPr lIns="90000" rIns="90000" tIns="-38880" bIns="-3888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253" name="Serbest Biçim: Şekil 10"/>
          <p:cNvSpPr/>
          <p:nvPr/>
        </p:nvSpPr>
        <p:spPr>
          <a:xfrm>
            <a:off x="11003760" y="811440"/>
            <a:ext cx="524160" cy="524160"/>
          </a:xfrm>
          <a:custGeom>
            <a:avLst/>
            <a:gdLst>
              <a:gd name="textAreaLeft" fmla="*/ 0 w 524160"/>
              <a:gd name="textAreaRight" fmla="*/ 525240 w 524160"/>
              <a:gd name="textAreaTop" fmla="*/ 0 h 524160"/>
              <a:gd name="textAreaBottom" fmla="*/ 525240 h 524160"/>
              <a:gd name="GluePoint1X" fmla="*/ 525339 w 525338"/>
              <a:gd name="GluePoint1Y" fmla="*/ 0 h 525339"/>
              <a:gd name="GluePoint2X" fmla="*/ 0 w 525338"/>
              <a:gd name="GluePoint2Y" fmla="*/ 525339 h 525339"/>
            </a:gdLst>
            <a:ahLst/>
            <a:cxnLst>
              <a:cxn ang="0">
                <a:pos x="GluePoint1X" y="GluePoint1Y"/>
              </a:cxn>
              <a:cxn ang="0">
                <a:pos x="GluePoint2X" y="GluePoint2Y"/>
              </a:cxn>
            </a:cxnLst>
            <a:rect l="textAreaLeft" t="textAreaTop" r="textAreaRight" b="textAreaBottom"/>
            <a:pathLst>
              <a:path w="525338" h="525339">
                <a:moveTo>
                  <a:pt x="525339" y="0"/>
                </a:moveTo>
                <a:lnTo>
                  <a:pt x="0" y="525339"/>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254" name="Serbest Biçim: Şekil 11"/>
          <p:cNvSpPr/>
          <p:nvPr/>
        </p:nvSpPr>
        <p:spPr>
          <a:xfrm>
            <a:off x="10981800" y="811440"/>
            <a:ext cx="524160" cy="524160"/>
          </a:xfrm>
          <a:custGeom>
            <a:avLst/>
            <a:gdLst>
              <a:gd name="textAreaLeft" fmla="*/ 0 w 524160"/>
              <a:gd name="textAreaRight" fmla="*/ 525240 w 524160"/>
              <a:gd name="textAreaTop" fmla="*/ 0 h 524160"/>
              <a:gd name="textAreaBottom" fmla="*/ 525240 h 524160"/>
              <a:gd name="GluePoint1X" fmla="*/ 525343 w 525342"/>
              <a:gd name="GluePoint1Y" fmla="*/ 525339 h 525339"/>
              <a:gd name="GluePoint2X" fmla="*/ 0 w 525342"/>
              <a:gd name="GluePoint2Y" fmla="*/ 0 h 525339"/>
            </a:gdLst>
            <a:ahLst/>
            <a:cxnLst>
              <a:cxn ang="0">
                <a:pos x="GluePoint1X" y="GluePoint1Y"/>
              </a:cxn>
              <a:cxn ang="0">
                <a:pos x="GluePoint2X" y="GluePoint2Y"/>
              </a:cxn>
            </a:cxnLst>
            <a:rect l="textAreaLeft" t="textAreaTop" r="textAreaRight" b="textAreaBottom"/>
            <a:pathLst>
              <a:path w="525342" h="525339">
                <a:moveTo>
                  <a:pt x="525343" y="525339"/>
                </a:moveTo>
                <a:lnTo>
                  <a:pt x="0" y="0"/>
                </a:lnTo>
              </a:path>
            </a:pathLst>
          </a:custGeom>
          <a:noFill/>
          <a:ln w="31077">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255" name="PlaceHolder 1"/>
          <p:cNvSpPr>
            <a:spLocks noGrp="1"/>
          </p:cNvSpPr>
          <p:nvPr>
            <p:ph type="title"/>
          </p:nvPr>
        </p:nvSpPr>
        <p:spPr>
          <a:xfrm>
            <a:off x="612720" y="685800"/>
            <a:ext cx="8225280" cy="372384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9000" b="0" u="none" strike="noStrike" cap="all">
                <a:solidFill>
                  <a:schemeClr val="lt2"/>
                </a:solidFill>
                <a:effectLst/>
                <a:uFillTx/>
                <a:latin typeface="Bahnschrift SemiLight"/>
              </a:rPr>
              <a:t>Asıl başlık stilini düzenlemek için tıklayın</a:t>
            </a:r>
            <a:endParaRPr lang="en-US" sz="9000" b="0" u="none" strike="noStrike">
              <a:solidFill>
                <a:srgbClr val="ffffff"/>
              </a:solidFill>
              <a:effectLst/>
              <a:uFillTx/>
              <a:latin typeface="Arial"/>
            </a:endParaRPr>
          </a:p>
        </p:txBody>
      </p:sp>
      <p:sp>
        <p:nvSpPr>
          <p:cNvPr id="256" name="PlaceHolder 2"/>
          <p:cNvSpPr>
            <a:spLocks noGrp="1"/>
          </p:cNvSpPr>
          <p:nvPr>
            <p:ph type="body"/>
          </p:nvPr>
        </p:nvSpPr>
        <p:spPr>
          <a:xfrm>
            <a:off x="612720" y="4572000"/>
            <a:ext cx="8225280" cy="160704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800" b="0" u="none" strike="noStrike">
                <a:solidFill>
                  <a:schemeClr val="lt2"/>
                </a:solidFill>
                <a:effectLst/>
                <a:uFillTx/>
                <a:latin typeface="Bahnschrift SemiLight"/>
              </a:rPr>
              <a:t>Asıl metin stillerini düzenlemek için tıklayın</a:t>
            </a:r>
            <a:endParaRPr lang="en-US" sz="1800" b="0" u="none" strike="noStrike">
              <a:solidFill>
                <a:srgbClr val="ffffff"/>
              </a:solidFill>
              <a:effectLst/>
              <a:uFillTx/>
              <a:latin typeface="Arial"/>
            </a:endParaRPr>
          </a:p>
          <a:p>
            <a:pPr marL="228600" indent="0" defTabSz="914400">
              <a:lnSpc>
                <a:spcPct val="100000"/>
              </a:lnSpc>
              <a:spcBef>
                <a:spcPts val="499"/>
              </a:spcBef>
              <a:buNone/>
              <a:tabLst>
                <a:tab algn="l" pos="0"/>
              </a:tabLst>
            </a:pPr>
            <a:r>
              <a:rPr lang="tr" sz="1800" b="0" u="none" strike="noStrike">
                <a:solidFill>
                  <a:schemeClr val="lt2"/>
                </a:solidFill>
                <a:effectLst/>
                <a:uFillTx/>
                <a:latin typeface="Bahnschrift SemiLight"/>
              </a:rPr>
              <a:t>İkinci düzey</a:t>
            </a:r>
            <a:endParaRPr lang="en-US" sz="1800" b="0" u="none" strike="noStrike">
              <a:solidFill>
                <a:srgbClr val="ffffff"/>
              </a:solidFill>
              <a:effectLst/>
              <a:uFillTx/>
              <a:latin typeface="Arial"/>
            </a:endParaRPr>
          </a:p>
          <a:p>
            <a:pPr marL="457200" indent="0" defTabSz="914400">
              <a:lnSpc>
                <a:spcPct val="100000"/>
              </a:lnSpc>
              <a:spcBef>
                <a:spcPts val="499"/>
              </a:spcBef>
              <a:buNone/>
              <a:tabLst>
                <a:tab algn="l" pos="0"/>
              </a:tabLst>
            </a:pPr>
            <a:r>
              <a:rPr lang="tr" sz="1800" b="0" u="none" strike="noStrike">
                <a:solidFill>
                  <a:schemeClr val="lt2"/>
                </a:solidFill>
                <a:effectLst/>
                <a:uFillTx/>
                <a:latin typeface="Bahnschrift SemiLight"/>
              </a:rPr>
              <a:t>Üçüncü düzey</a:t>
            </a:r>
            <a:endParaRPr lang="en-US" sz="1800" b="0" u="none" strike="noStrike">
              <a:solidFill>
                <a:srgbClr val="ffffff"/>
              </a:solidFill>
              <a:effectLst/>
              <a:uFillTx/>
              <a:latin typeface="Arial"/>
            </a:endParaRPr>
          </a:p>
          <a:p>
            <a:pPr marL="685800" indent="0" defTabSz="914400">
              <a:lnSpc>
                <a:spcPct val="100000"/>
              </a:lnSpc>
              <a:spcBef>
                <a:spcPts val="499"/>
              </a:spcBef>
              <a:buNone/>
              <a:tabLst>
                <a:tab algn="l" pos="0"/>
              </a:tabLst>
            </a:pPr>
            <a:r>
              <a:rPr lang="tr" sz="1800" b="0" u="none" strike="noStrike">
                <a:solidFill>
                  <a:schemeClr val="lt2"/>
                </a:solidFill>
                <a:effectLst/>
                <a:uFillTx/>
                <a:latin typeface="Bahnschrift SemiLight"/>
              </a:rPr>
              <a:t>Dördüncü düzey</a:t>
            </a:r>
            <a:endParaRPr lang="en-US" sz="1800" b="0" u="none" strike="noStrike">
              <a:solidFill>
                <a:srgbClr val="ffffff"/>
              </a:solidFill>
              <a:effectLst/>
              <a:uFillTx/>
              <a:latin typeface="Arial"/>
            </a:endParaRPr>
          </a:p>
          <a:p>
            <a:pPr marL="914400" indent="0" defTabSz="914400">
              <a:lnSpc>
                <a:spcPct val="100000"/>
              </a:lnSpc>
              <a:spcBef>
                <a:spcPts val="499"/>
              </a:spcBef>
              <a:buNone/>
              <a:tabLst>
                <a:tab algn="l" pos="0"/>
              </a:tabLst>
            </a:pPr>
            <a:r>
              <a:rPr lang="tr" sz="1800" b="0" u="none" strike="noStrike">
                <a:solidFill>
                  <a:schemeClr val="lt2"/>
                </a:solidFill>
                <a:effectLst/>
                <a:uFillTx/>
                <a:latin typeface="Bahnschrift SemiLight"/>
              </a:rPr>
              <a:t>Beşinci düzey</a:t>
            </a:r>
            <a:endParaRPr lang="en-US" sz="1800" b="0" u="none" strike="noStrike">
              <a:solidFill>
                <a:srgbClr val="ffffff"/>
              </a:solidFill>
              <a:effectLst/>
              <a:uFillTx/>
              <a:latin typeface="Arial"/>
            </a:endParaRPr>
          </a:p>
        </p:txBody>
      </p:sp>
      <p:sp>
        <p:nvSpPr>
          <p:cNvPr id="257" name="PlaceHolder 3"/>
          <p:cNvSpPr>
            <a:spLocks noGrp="1"/>
          </p:cNvSpPr>
          <p:nvPr>
            <p:ph type="ftr" idx="106"/>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258" name="PlaceHolder 4"/>
          <p:cNvSpPr>
            <a:spLocks noGrp="1"/>
          </p:cNvSpPr>
          <p:nvPr>
            <p:ph type="dt" idx="107"/>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259" name="PlaceHolder 5"/>
          <p:cNvSpPr>
            <a:spLocks noGrp="1"/>
          </p:cNvSpPr>
          <p:nvPr>
            <p:ph type="sldNum" idx="108"/>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Başlık 4">
    <p:bg>
      <p:bgPr>
        <a:solidFill>
          <a:schemeClr val="dk2"/>
        </a:solidFill>
      </p:bgPr>
    </p:bg>
    <p:spTree>
      <p:nvGrpSpPr>
        <p:cNvPr id="1" name=""/>
        <p:cNvGrpSpPr/>
        <p:nvPr/>
      </p:nvGrpSpPr>
      <p:grpSpPr>
        <a:xfrm>
          <a:off x="0" y="0"/>
          <a:ext cx="0" cy="0"/>
          <a:chOff x="0" y="0"/>
          <a:chExt cx="0" cy="0"/>
        </a:xfrm>
      </p:grpSpPr>
      <p:cxnSp>
        <p:nvCxnSpPr>
          <p:cNvPr id="260" name="Düz Bağlayıcı 22"/>
          <p:cNvCxnSpPr/>
          <p:nvPr/>
        </p:nvCxnSpPr>
        <p:spPr>
          <a:xfrm>
            <a:off x="612360" y="4876560"/>
            <a:ext cx="7078680" cy="1080"/>
          </a:xfrm>
          <a:prstGeom prst="straightConnector1">
            <a:avLst/>
          </a:prstGeom>
          <a:ln w="31750">
            <a:solidFill>
              <a:srgbClr val="cc563b"/>
            </a:solidFill>
            <a:round/>
          </a:ln>
        </p:spPr>
      </p:cxnSp>
      <p:sp>
        <p:nvSpPr>
          <p:cNvPr id="261" name="PlaceHolder 1"/>
          <p:cNvSpPr>
            <a:spLocks noGrp="1"/>
          </p:cNvSpPr>
          <p:nvPr>
            <p:ph type="title"/>
          </p:nvPr>
        </p:nvSpPr>
        <p:spPr>
          <a:xfrm>
            <a:off x="612720" y="685800"/>
            <a:ext cx="7079400" cy="31993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7000" b="0" u="none" strike="noStrike" cap="all">
                <a:solidFill>
                  <a:schemeClr val="lt2"/>
                </a:solidFill>
                <a:effectLst/>
                <a:uFillTx/>
                <a:latin typeface="Bahnschrift SemiLight"/>
              </a:rPr>
              <a:t>Asıl başlık stilini düzenlemek için tıklayın</a:t>
            </a:r>
            <a:endParaRPr lang="en-US" sz="7000" b="0" u="none" strike="noStrike">
              <a:solidFill>
                <a:srgbClr val="ffffff"/>
              </a:solidFill>
              <a:effectLst/>
              <a:uFillTx/>
              <a:latin typeface="Arial"/>
            </a:endParaRPr>
          </a:p>
        </p:txBody>
      </p:sp>
      <p:sp>
        <p:nvSpPr>
          <p:cNvPr id="262" name="PlaceHolder 2"/>
          <p:cNvSpPr>
            <a:spLocks noGrp="1"/>
          </p:cNvSpPr>
          <p:nvPr>
            <p:ph type="ftr" idx="109"/>
          </p:nvPr>
        </p:nvSpPr>
        <p:spPr>
          <a:xfrm>
            <a:off x="612720" y="6338880"/>
            <a:ext cx="206928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263" name="PlaceHolder 3"/>
          <p:cNvSpPr>
            <a:spLocks noGrp="1"/>
          </p:cNvSpPr>
          <p:nvPr>
            <p:ph type="dt" idx="110"/>
          </p:nvPr>
        </p:nvSpPr>
        <p:spPr>
          <a:xfrm>
            <a:off x="5887440" y="6338880"/>
            <a:ext cx="139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264" name="PlaceHolder 4"/>
          <p:cNvSpPr>
            <a:spLocks noGrp="1"/>
          </p:cNvSpPr>
          <p:nvPr>
            <p:ph type="sldNum" idx="111"/>
          </p:nvPr>
        </p:nvSpPr>
        <p:spPr>
          <a:xfrm>
            <a:off x="7279920" y="634248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
        <p:nvSpPr>
          <p:cNvPr id="265" name="PlaceHolder 5"/>
          <p:cNvSpPr>
            <a:spLocks noGrp="1"/>
          </p:cNvSpPr>
          <p:nvPr>
            <p:ph type="body"/>
          </p:nvPr>
        </p:nvSpPr>
        <p:spPr>
          <a:xfrm>
            <a:off x="8302680" y="0"/>
            <a:ext cx="3888000" cy="68569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ffffff"/>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Ajanda">
    <p:bg>
      <p:bgPr>
        <a:solidFill>
          <a:schemeClr val="lt2"/>
        </a:solidFill>
      </p:bgPr>
    </p:bg>
    <p:spTree>
      <p:nvGrpSpPr>
        <p:cNvPr id="1" name=""/>
        <p:cNvGrpSpPr/>
        <p:nvPr/>
      </p:nvGrpSpPr>
      <p:grpSpPr>
        <a:xfrm>
          <a:off x="0" y="0"/>
          <a:ext cx="0" cy="0"/>
          <a:chOff x="0" y="0"/>
          <a:chExt cx="0" cy="0"/>
        </a:xfrm>
      </p:grpSpPr>
      <p:sp>
        <p:nvSpPr>
          <p:cNvPr id="266" name="PlaceHolder 1"/>
          <p:cNvSpPr>
            <a:spLocks noGrp="1"/>
          </p:cNvSpPr>
          <p:nvPr>
            <p:ph type="title"/>
          </p:nvPr>
        </p:nvSpPr>
        <p:spPr>
          <a:xfrm>
            <a:off x="6095880" y="685800"/>
            <a:ext cx="5479200" cy="18169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9000" b="0" u="none" strike="noStrike" cap="all">
                <a:solidFill>
                  <a:schemeClr val="dk2"/>
                </a:solidFill>
                <a:effectLst/>
                <a:uFillTx/>
                <a:latin typeface="Bahnschrift SemiLight"/>
              </a:rPr>
              <a:t>Ajanda</a:t>
            </a:r>
            <a:endParaRPr lang="en-US" sz="9000" b="0" u="none" strike="noStrike">
              <a:solidFill>
                <a:srgbClr val="000000"/>
              </a:solidFill>
              <a:effectLst/>
              <a:uFillTx/>
              <a:latin typeface="Arial"/>
            </a:endParaRPr>
          </a:p>
        </p:txBody>
      </p:sp>
      <p:sp>
        <p:nvSpPr>
          <p:cNvPr id="267" name="PlaceHolder 2"/>
          <p:cNvSpPr>
            <a:spLocks noGrp="1"/>
          </p:cNvSpPr>
          <p:nvPr>
            <p:ph type="body"/>
          </p:nvPr>
        </p:nvSpPr>
        <p:spPr>
          <a:xfrm>
            <a:off x="0" y="0"/>
            <a:ext cx="5476320" cy="68569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268" name="PlaceHolder 3"/>
          <p:cNvSpPr>
            <a:spLocks noGrp="1"/>
          </p:cNvSpPr>
          <p:nvPr>
            <p:ph type="body"/>
          </p:nvPr>
        </p:nvSpPr>
        <p:spPr>
          <a:xfrm>
            <a:off x="6095880" y="3189600"/>
            <a:ext cx="5479200" cy="2981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tr" sz="1800" b="0" u="none" strike="noStrike">
                <a:solidFill>
                  <a:schemeClr val="dk2"/>
                </a:solidFill>
                <a:effectLst/>
                <a:uFillTx/>
                <a:latin typeface="Bahnschrift SemiLight"/>
              </a:rPr>
              <a:t>Asıl metin stillerini düzenlemek için tıklayın</a:t>
            </a:r>
            <a:endParaRPr lang="en-US" sz="1800" b="0" u="none" strike="noStrike">
              <a:solidFill>
                <a:srgbClr val="000000"/>
              </a:solidFill>
              <a:effectLst/>
              <a:uFillTx/>
              <a:latin typeface="Arial"/>
            </a:endParaRPr>
          </a:p>
          <a:p>
            <a:pPr marL="228600" indent="0" defTabSz="914400">
              <a:lnSpc>
                <a:spcPct val="150000"/>
              </a:lnSpc>
              <a:spcBef>
                <a:spcPts val="499"/>
              </a:spcBef>
              <a:buNone/>
              <a:tabLst>
                <a:tab algn="l" pos="0"/>
              </a:tabLst>
            </a:pPr>
            <a:r>
              <a:rPr lang="tr" sz="1800" b="0" u="none" strike="noStrike">
                <a:solidFill>
                  <a:schemeClr val="dk2"/>
                </a:solidFill>
                <a:effectLst/>
                <a:uFillTx/>
                <a:latin typeface="Bahnschrift SemiLight"/>
              </a:rPr>
              <a:t>İkinci düzey</a:t>
            </a:r>
            <a:endParaRPr lang="en-US" sz="1800" b="0" u="none" strike="noStrike">
              <a:solidFill>
                <a:srgbClr val="000000"/>
              </a:solidFill>
              <a:effectLst/>
              <a:uFillTx/>
              <a:latin typeface="Arial"/>
            </a:endParaRPr>
          </a:p>
          <a:p>
            <a:pPr marL="457200" indent="0" defTabSz="914400">
              <a:lnSpc>
                <a:spcPct val="150000"/>
              </a:lnSpc>
              <a:spcBef>
                <a:spcPts val="499"/>
              </a:spcBef>
              <a:buNone/>
              <a:tabLst>
                <a:tab algn="l" pos="0"/>
              </a:tabLst>
            </a:pPr>
            <a:r>
              <a:rPr lang="tr" sz="1800" b="0" u="none" strike="noStrike">
                <a:solidFill>
                  <a:schemeClr val="dk2"/>
                </a:solidFill>
                <a:effectLst/>
                <a:uFillTx/>
                <a:latin typeface="Bahnschrift SemiLight"/>
              </a:rPr>
              <a:t>Üçüncü düzey</a:t>
            </a:r>
            <a:endParaRPr lang="en-US" sz="1800" b="0" u="none" strike="noStrike">
              <a:solidFill>
                <a:srgbClr val="000000"/>
              </a:solidFill>
              <a:effectLst/>
              <a:uFillTx/>
              <a:latin typeface="Arial"/>
            </a:endParaRPr>
          </a:p>
          <a:p>
            <a:pPr marL="685800" indent="0" defTabSz="914400">
              <a:lnSpc>
                <a:spcPct val="150000"/>
              </a:lnSpc>
              <a:spcBef>
                <a:spcPts val="499"/>
              </a:spcBef>
              <a:buNone/>
              <a:tabLst>
                <a:tab algn="l" pos="0"/>
              </a:tabLst>
            </a:pPr>
            <a:r>
              <a:rPr lang="tr" sz="1800" b="0" u="none" strike="noStrike">
                <a:solidFill>
                  <a:schemeClr val="dk2"/>
                </a:solidFill>
                <a:effectLst/>
                <a:uFillTx/>
                <a:latin typeface="Bahnschrift SemiLight"/>
              </a:rPr>
              <a:t>Dördüncü düzey</a:t>
            </a:r>
            <a:endParaRPr lang="en-US" sz="1800" b="0" u="none" strike="noStrike">
              <a:solidFill>
                <a:srgbClr val="000000"/>
              </a:solidFill>
              <a:effectLst/>
              <a:uFillTx/>
              <a:latin typeface="Arial"/>
            </a:endParaRPr>
          </a:p>
          <a:p>
            <a:pPr marL="914400" indent="0" defTabSz="914400">
              <a:lnSpc>
                <a:spcPct val="150000"/>
              </a:lnSpc>
              <a:spcBef>
                <a:spcPts val="499"/>
              </a:spcBef>
              <a:buNone/>
              <a:tabLst>
                <a:tab algn="l" pos="0"/>
              </a:tabLst>
            </a:pPr>
            <a:r>
              <a:rPr lang="tr" sz="1800" b="0" u="none" strike="noStrike">
                <a:solidFill>
                  <a:schemeClr val="dk2"/>
                </a:solidFill>
                <a:effectLst/>
                <a:uFillTx/>
                <a:latin typeface="Bahnschrift SemiLight"/>
              </a:rPr>
              <a:t>Beşinci düzey</a:t>
            </a:r>
            <a:endParaRPr lang="en-US" sz="1800" b="0" u="none" strike="noStrike">
              <a:solidFill>
                <a:srgbClr val="000000"/>
              </a:solidFill>
              <a:effectLst/>
              <a:uFillTx/>
              <a:latin typeface="Arial"/>
            </a:endParaRPr>
          </a:p>
        </p:txBody>
      </p:sp>
      <p:cxnSp>
        <p:nvCxnSpPr>
          <p:cNvPr id="269" name="Düz Bağlayıcı 15"/>
          <p:cNvCxnSpPr/>
          <p:nvPr/>
        </p:nvCxnSpPr>
        <p:spPr>
          <a:xfrm>
            <a:off x="6095880" y="2743200"/>
            <a:ext cx="5478120" cy="1080"/>
          </a:xfrm>
          <a:prstGeom prst="straightConnector1">
            <a:avLst/>
          </a:prstGeom>
          <a:ln w="31750">
            <a:solidFill>
              <a:srgbClr val="cc563b"/>
            </a:solidFill>
            <a:round/>
          </a:ln>
        </p:spPr>
      </p:cxnSp>
      <p:sp>
        <p:nvSpPr>
          <p:cNvPr id="270" name="PlaceHolder 4"/>
          <p:cNvSpPr>
            <a:spLocks noGrp="1"/>
          </p:cNvSpPr>
          <p:nvPr>
            <p:ph type="ftr" idx="112"/>
          </p:nvPr>
        </p:nvSpPr>
        <p:spPr>
          <a:xfrm>
            <a:off x="6095880" y="6343920"/>
            <a:ext cx="298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71" name="PlaceHolder 5"/>
          <p:cNvSpPr>
            <a:spLocks noGrp="1"/>
          </p:cNvSpPr>
          <p:nvPr>
            <p:ph type="dt" idx="113"/>
          </p:nvPr>
        </p:nvSpPr>
        <p:spPr>
          <a:xfrm>
            <a:off x="9536040" y="6343920"/>
            <a:ext cx="15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72" name="PlaceHolder 6"/>
          <p:cNvSpPr>
            <a:spLocks noGrp="1"/>
          </p:cNvSpPr>
          <p:nvPr>
            <p:ph type="sldNum" idx="114"/>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2">
    <p:bg>
      <p:bgPr>
        <a:solidFill>
          <a:schemeClr val="lt2"/>
        </a:solidFill>
      </p:bgPr>
    </p:bg>
    <p:spTree>
      <p:nvGrpSpPr>
        <p:cNvPr id="1" name=""/>
        <p:cNvGrpSpPr/>
        <p:nvPr/>
      </p:nvGrpSpPr>
      <p:grpSpPr>
        <a:xfrm>
          <a:off x="0" y="0"/>
          <a:ext cx="0" cy="0"/>
          <a:chOff x="0" y="0"/>
          <a:chExt cx="0" cy="0"/>
        </a:xfrm>
      </p:grpSpPr>
      <p:sp>
        <p:nvSpPr>
          <p:cNvPr id="273" name="Serbest Biçim: Şekil 8"/>
          <p:cNvSpPr/>
          <p:nvPr/>
        </p:nvSpPr>
        <p:spPr>
          <a:xfrm>
            <a:off x="11250720" y="514476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74" name="Serbest Biçim: Şekil 9"/>
          <p:cNvSpPr/>
          <p:nvPr/>
        </p:nvSpPr>
        <p:spPr>
          <a:xfrm>
            <a:off x="685800" y="549540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cc563b"/>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75" name="Serbest Biçim: Şekil 10"/>
          <p:cNvSpPr/>
          <p:nvPr/>
        </p:nvSpPr>
        <p:spPr>
          <a:xfrm>
            <a:off x="10998720" y="522720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76" name="Serbest Biçim: Şekil 11"/>
          <p:cNvSpPr/>
          <p:nvPr/>
        </p:nvSpPr>
        <p:spPr>
          <a:xfrm>
            <a:off x="10976040" y="522720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77" name="PlaceHolder 1"/>
          <p:cNvSpPr>
            <a:spLocks noGrp="1"/>
          </p:cNvSpPr>
          <p:nvPr>
            <p:ph type="title"/>
          </p:nvPr>
        </p:nvSpPr>
        <p:spPr>
          <a:xfrm>
            <a:off x="612720" y="1600200"/>
            <a:ext cx="10482840" cy="349164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9000" b="0" u="none" strike="noStrike" cap="all">
                <a:solidFill>
                  <a:schemeClr val="dk2"/>
                </a:solidFill>
                <a:effectLst/>
                <a:uFillTx/>
                <a:latin typeface="Bahnschrift SemiLight"/>
              </a:rPr>
              <a:t>Asıl başlık stilini düzenlemek için tıklayın</a:t>
            </a:r>
            <a:endParaRPr lang="en-US" sz="9000" b="0" u="none" strike="noStrike">
              <a:solidFill>
                <a:srgbClr val="000000"/>
              </a:solidFill>
              <a:effectLst/>
              <a:uFillTx/>
              <a:latin typeface="Arial"/>
            </a:endParaRPr>
          </a:p>
        </p:txBody>
      </p:sp>
      <p:sp>
        <p:nvSpPr>
          <p:cNvPr id="278" name="PlaceHolder 2"/>
          <p:cNvSpPr>
            <a:spLocks noGrp="1"/>
          </p:cNvSpPr>
          <p:nvPr>
            <p:ph type="ftr" idx="115"/>
          </p:nvPr>
        </p:nvSpPr>
        <p:spPr>
          <a:xfrm>
            <a:off x="612720" y="23400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279" name="PlaceHolder 3"/>
          <p:cNvSpPr>
            <a:spLocks noGrp="1"/>
          </p:cNvSpPr>
          <p:nvPr>
            <p:ph type="dt" idx="116"/>
          </p:nvPr>
        </p:nvSpPr>
        <p:spPr>
          <a:xfrm>
            <a:off x="8221680" y="234000"/>
            <a:ext cx="287388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280" name="PlaceHolder 4"/>
          <p:cNvSpPr>
            <a:spLocks noGrp="1"/>
          </p:cNvSpPr>
          <p:nvPr>
            <p:ph type="sldNum" idx="117"/>
          </p:nvPr>
        </p:nvSpPr>
        <p:spPr>
          <a:xfrm>
            <a:off x="11147040" y="23400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pic>
        <p:nvPicPr>
          <p:cNvPr id="281" name="Çizgi"/>
          <p:cNvPicPr/>
          <p:nvPr/>
        </p:nvPicPr>
        <p:blipFill>
          <a:blip r:embed="rId2">
            <a:extLst>
              <a:ext uri="{96DAC541-7B7A-43D3-8B79-37D633B846F1}">
                <asvg:svgBlip xmlns:asvg="http://schemas.microsoft.com/office/drawing/2016/SVG/main" r:embed="rId3"/>
              </a:ext>
            </a:extLst>
          </a:blip>
          <a:stretch/>
        </p:blipFill>
        <p:spPr>
          <a:xfrm>
            <a:off x="2971800" y="4038480"/>
            <a:ext cx="10922760" cy="744120"/>
          </a:xfrm>
          <a:prstGeom prst="rect">
            <a:avLst/>
          </a:prstGeom>
          <a:noFill/>
          <a:ln w="0">
            <a:noFill/>
          </a:ln>
        </p:spPr>
      </p:pic>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3">
    <p:bg>
      <p:bgPr>
        <a:solidFill>
          <a:schemeClr val="accent1">
            <a:lumMod val="50000"/>
          </a:schemeClr>
        </a:solidFill>
      </p:bgPr>
    </p:bg>
    <p:spTree>
      <p:nvGrpSpPr>
        <p:cNvPr id="1" name=""/>
        <p:cNvGrpSpPr/>
        <p:nvPr/>
      </p:nvGrpSpPr>
      <p:grpSpPr>
        <a:xfrm>
          <a:off x="0" y="0"/>
          <a:ext cx="0" cy="0"/>
          <a:chOff x="0" y="0"/>
          <a:chExt cx="0" cy="0"/>
        </a:xfrm>
      </p:grpSpPr>
      <p:sp>
        <p:nvSpPr>
          <p:cNvPr id="282" name="Serbest Biçim: Şekil 8"/>
          <p:cNvSpPr/>
          <p:nvPr/>
        </p:nvSpPr>
        <p:spPr>
          <a:xfrm>
            <a:off x="11250720" y="464508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83" name="Serbest Biçim: Şekil 9"/>
          <p:cNvSpPr/>
          <p:nvPr/>
        </p:nvSpPr>
        <p:spPr>
          <a:xfrm>
            <a:off x="685800" y="499572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f3bc24"/>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84" name="Serbest Biçim: Şekil 10"/>
          <p:cNvSpPr/>
          <p:nvPr/>
        </p:nvSpPr>
        <p:spPr>
          <a:xfrm>
            <a:off x="10998720" y="472752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85" name="Serbest Biçim: Şekil 11"/>
          <p:cNvSpPr/>
          <p:nvPr/>
        </p:nvSpPr>
        <p:spPr>
          <a:xfrm>
            <a:off x="10976040" y="472752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f3bc24"/>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286" name="PlaceHolder 1"/>
          <p:cNvSpPr>
            <a:spLocks noGrp="1"/>
          </p:cNvSpPr>
          <p:nvPr>
            <p:ph type="ftr" idx="118"/>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2"/>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2"/>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287" name="PlaceHolder 2"/>
          <p:cNvSpPr>
            <a:spLocks noGrp="1"/>
          </p:cNvSpPr>
          <p:nvPr>
            <p:ph type="dt" idx="119"/>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2"/>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2"/>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288" name="PlaceHolder 3"/>
          <p:cNvSpPr>
            <a:spLocks noGrp="1"/>
          </p:cNvSpPr>
          <p:nvPr>
            <p:ph type="sldNum" idx="120"/>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
        <p:nvSpPr>
          <p:cNvPr id="289" name="PlaceHolder 4"/>
          <p:cNvSpPr>
            <a:spLocks noGrp="1"/>
          </p:cNvSpPr>
          <p:nvPr>
            <p:ph type="title"/>
          </p:nvPr>
        </p:nvSpPr>
        <p:spPr>
          <a:xfrm>
            <a:off x="612720" y="685800"/>
            <a:ext cx="10057320" cy="335484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9000" b="0" u="none" strike="noStrike" cap="all">
                <a:solidFill>
                  <a:schemeClr val="lt2"/>
                </a:solidFill>
                <a:effectLst/>
                <a:uFillTx/>
                <a:latin typeface="Bahnschrift SemiLight"/>
              </a:rPr>
              <a:t>Asıl başlık stilini düzenlemek için tıklayın</a:t>
            </a:r>
            <a:endParaRPr lang="en-US" sz="9000" b="0" u="none" strike="noStrike">
              <a:solidFill>
                <a:srgbClr val="ffffff"/>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ölüm Üst Bilgisi">
    <p:bg>
      <p:bgPr>
        <a:solidFill>
          <a:schemeClr val="dk2"/>
        </a:solidFill>
      </p:bgPr>
    </p:bg>
    <p:spTree>
      <p:nvGrpSpPr>
        <p:cNvPr id="1" name=""/>
        <p:cNvGrpSpPr/>
        <p:nvPr/>
      </p:nvGrpSpPr>
      <p:grpSpPr>
        <a:xfrm>
          <a:off x="0" y="0"/>
          <a:ext cx="0" cy="0"/>
          <a:chOff x="0" y="0"/>
          <a:chExt cx="0" cy="0"/>
        </a:xfrm>
      </p:grpSpPr>
      <p:sp>
        <p:nvSpPr>
          <p:cNvPr id="290" name="Serbest Biçim: Şekil 6"/>
          <p:cNvSpPr/>
          <p:nvPr/>
        </p:nvSpPr>
        <p:spPr>
          <a:xfrm>
            <a:off x="11250720" y="579132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291" name="Serbest Form: Şekil 8"/>
          <p:cNvSpPr/>
          <p:nvPr/>
        </p:nvSpPr>
        <p:spPr>
          <a:xfrm>
            <a:off x="685800" y="614160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cc563b"/>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292" name="Serbest Biçim: Şekil 9"/>
          <p:cNvSpPr/>
          <p:nvPr/>
        </p:nvSpPr>
        <p:spPr>
          <a:xfrm>
            <a:off x="10998720" y="58737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293" name="Serbest Biçim: Şekil 10"/>
          <p:cNvSpPr/>
          <p:nvPr/>
        </p:nvSpPr>
        <p:spPr>
          <a:xfrm>
            <a:off x="10976040" y="58737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lt1"/>
              </a:solidFill>
              <a:effectLst/>
              <a:uFillTx/>
              <a:latin typeface="Bahnschrift SemiLight"/>
            </a:endParaRPr>
          </a:p>
        </p:txBody>
      </p:sp>
      <p:sp>
        <p:nvSpPr>
          <p:cNvPr id="294" name="PlaceHolder 1"/>
          <p:cNvSpPr>
            <a:spLocks noGrp="1"/>
          </p:cNvSpPr>
          <p:nvPr>
            <p:ph type="title"/>
          </p:nvPr>
        </p:nvSpPr>
        <p:spPr>
          <a:xfrm>
            <a:off x="609480" y="990720"/>
            <a:ext cx="10057320" cy="502812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11000" b="0" u="none" strike="noStrike" cap="all">
                <a:solidFill>
                  <a:schemeClr val="lt2"/>
                </a:solidFill>
                <a:effectLst/>
                <a:uFillTx/>
                <a:latin typeface="Bahnschrift SemiLight"/>
              </a:rPr>
              <a:t>Bölüm Üst Bilgisi</a:t>
            </a:r>
            <a:endParaRPr lang="en-US" sz="11000" b="0" u="none" strike="noStrike">
              <a:solidFill>
                <a:srgbClr val="ffffff"/>
              </a:solidFill>
              <a:effectLst/>
              <a:uFillTx/>
              <a:latin typeface="Arial"/>
            </a:endParaRPr>
          </a:p>
        </p:txBody>
      </p:sp>
      <p:sp>
        <p:nvSpPr>
          <p:cNvPr id="295" name="PlaceHolder 2"/>
          <p:cNvSpPr>
            <a:spLocks noGrp="1"/>
          </p:cNvSpPr>
          <p:nvPr>
            <p:ph type="ftr" idx="121"/>
          </p:nvPr>
        </p:nvSpPr>
        <p:spPr>
          <a:xfrm>
            <a:off x="612720" y="1375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lt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lt1"/>
                </a:solidFill>
                <a:effectLst/>
                <a:uFillTx/>
                <a:latin typeface="Bahnschrift SemiLight"/>
              </a:rPr>
              <a:t>&lt;footer&gt;</a:t>
            </a:r>
            <a:endParaRPr lang="en-US" sz="800" b="0" u="none" strike="noStrike">
              <a:solidFill>
                <a:srgbClr val="ffffff"/>
              </a:solidFill>
              <a:effectLst/>
              <a:uFillTx/>
              <a:latin typeface="Times New Roman"/>
            </a:endParaRPr>
          </a:p>
        </p:txBody>
      </p:sp>
      <p:sp>
        <p:nvSpPr>
          <p:cNvPr id="296" name="PlaceHolder 3"/>
          <p:cNvSpPr>
            <a:spLocks noGrp="1"/>
          </p:cNvSpPr>
          <p:nvPr>
            <p:ph type="dt" idx="122"/>
          </p:nvPr>
        </p:nvSpPr>
        <p:spPr>
          <a:xfrm>
            <a:off x="8893800" y="1375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lt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lt1"/>
                </a:solidFill>
                <a:effectLst/>
                <a:uFillTx/>
                <a:latin typeface="Bahnschrift SemiLight"/>
              </a:rPr>
              <a:t>&lt;date/time&gt;</a:t>
            </a:r>
            <a:endParaRPr lang="en-US" sz="800" b="0" u="none" strike="noStrike">
              <a:solidFill>
                <a:srgbClr val="ffffff"/>
              </a:solidFill>
              <a:effectLst/>
              <a:uFillTx/>
              <a:latin typeface="Times New Roman"/>
            </a:endParaRPr>
          </a:p>
        </p:txBody>
      </p:sp>
      <p:sp>
        <p:nvSpPr>
          <p:cNvPr id="297" name="PlaceHolder 4"/>
          <p:cNvSpPr>
            <a:spLocks noGrp="1"/>
          </p:cNvSpPr>
          <p:nvPr>
            <p:ph type="sldNum" idx="123"/>
          </p:nvPr>
        </p:nvSpPr>
        <p:spPr>
          <a:xfrm>
            <a:off x="11147040" y="1375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ffffff"/>
              </a:solidFill>
              <a:effectLst/>
              <a:uFillTx/>
              <a:latin typeface="Times New Roman"/>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çerik 2">
    <p:bg>
      <p:bgPr>
        <a:solidFill>
          <a:schemeClr val="lt2"/>
        </a:solidFill>
      </p:bgPr>
    </p:bg>
    <p:spTree>
      <p:nvGrpSpPr>
        <p:cNvPr id="1" name=""/>
        <p:cNvGrpSpPr/>
        <p:nvPr/>
      </p:nvGrpSpPr>
      <p:grpSpPr>
        <a:xfrm>
          <a:off x="0" y="0"/>
          <a:ext cx="0" cy="0"/>
          <a:chOff x="0" y="0"/>
          <a:chExt cx="0" cy="0"/>
        </a:xfrm>
      </p:grpSpPr>
      <p:sp>
        <p:nvSpPr>
          <p:cNvPr id="298" name="PlaceHolder 1"/>
          <p:cNvSpPr>
            <a:spLocks noGrp="1"/>
          </p:cNvSpPr>
          <p:nvPr>
            <p:ph type="title"/>
          </p:nvPr>
        </p:nvSpPr>
        <p:spPr>
          <a:xfrm>
            <a:off x="612720" y="1824840"/>
            <a:ext cx="6396840" cy="152676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299" name="PlaceHolder 2"/>
          <p:cNvSpPr>
            <a:spLocks noGrp="1"/>
          </p:cNvSpPr>
          <p:nvPr>
            <p:ph type="body"/>
          </p:nvPr>
        </p:nvSpPr>
        <p:spPr>
          <a:xfrm>
            <a:off x="612720" y="3505320"/>
            <a:ext cx="4568040" cy="16441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00" name="PlaceHolder 3"/>
          <p:cNvSpPr>
            <a:spLocks noGrp="1"/>
          </p:cNvSpPr>
          <p:nvPr>
            <p:ph type="ftr" idx="124"/>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01" name="PlaceHolder 4"/>
          <p:cNvSpPr>
            <a:spLocks noGrp="1"/>
          </p:cNvSpPr>
          <p:nvPr>
            <p:ph type="dt" idx="125"/>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02" name="PlaceHolder 5"/>
          <p:cNvSpPr>
            <a:spLocks noGrp="1"/>
          </p:cNvSpPr>
          <p:nvPr>
            <p:ph type="sldNum" idx="126"/>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303" name="Serbest Biçim: Şekil 8"/>
          <p:cNvSpPr/>
          <p:nvPr/>
        </p:nvSpPr>
        <p:spPr>
          <a:xfrm>
            <a:off x="11250720" y="579132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04" name="Serbest Biçim: Şekil 9"/>
          <p:cNvSpPr/>
          <p:nvPr/>
        </p:nvSpPr>
        <p:spPr>
          <a:xfrm>
            <a:off x="685800" y="614160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cc563b"/>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05" name="Serbest Biçim: Şekil 10"/>
          <p:cNvSpPr/>
          <p:nvPr/>
        </p:nvSpPr>
        <p:spPr>
          <a:xfrm>
            <a:off x="10998720" y="58737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06" name="Serbest Biçim: Şekil 11"/>
          <p:cNvSpPr/>
          <p:nvPr/>
        </p:nvSpPr>
        <p:spPr>
          <a:xfrm>
            <a:off x="10976040" y="58737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İçerik">
    <p:bg>
      <p:bgPr>
        <a:solidFill>
          <a:schemeClr val="lt2"/>
        </a:solidFill>
      </p:bgPr>
    </p:bg>
    <p:spTree>
      <p:nvGrpSpPr>
        <p:cNvPr id="1" name=""/>
        <p:cNvGrpSpPr/>
        <p:nvPr/>
      </p:nvGrpSpPr>
      <p:grpSpPr>
        <a:xfrm>
          <a:off x="0" y="0"/>
          <a:ext cx="0" cy="0"/>
          <a:chOff x="0" y="0"/>
          <a:chExt cx="0" cy="0"/>
        </a:xfrm>
      </p:grpSpPr>
      <p:sp>
        <p:nvSpPr>
          <p:cNvPr id="307" name="PlaceHolder 1"/>
          <p:cNvSpPr>
            <a:spLocks noGrp="1"/>
          </p:cNvSpPr>
          <p:nvPr>
            <p:ph type="title"/>
          </p:nvPr>
        </p:nvSpPr>
        <p:spPr>
          <a:xfrm>
            <a:off x="612720" y="685800"/>
            <a:ext cx="10962720" cy="76104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08" name="PlaceHolder 2"/>
          <p:cNvSpPr>
            <a:spLocks noGrp="1"/>
          </p:cNvSpPr>
          <p:nvPr>
            <p:ph type="body"/>
          </p:nvPr>
        </p:nvSpPr>
        <p:spPr>
          <a:xfrm>
            <a:off x="612720" y="1828800"/>
            <a:ext cx="10962720" cy="43423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09" name="PlaceHolder 3"/>
          <p:cNvSpPr>
            <a:spLocks noGrp="1"/>
          </p:cNvSpPr>
          <p:nvPr>
            <p:ph type="ftr" idx="127"/>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10" name="PlaceHolder 4"/>
          <p:cNvSpPr>
            <a:spLocks noGrp="1"/>
          </p:cNvSpPr>
          <p:nvPr>
            <p:ph type="dt" idx="128"/>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11" name="PlaceHolder 5"/>
          <p:cNvSpPr>
            <a:spLocks noGrp="1"/>
          </p:cNvSpPr>
          <p:nvPr>
            <p:ph type="sldNum" idx="129"/>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çerik 3">
    <p:bg>
      <p:bgPr>
        <a:solidFill>
          <a:schemeClr val="lt2"/>
        </a:solidFill>
      </p:bgPr>
    </p:bg>
    <p:spTree>
      <p:nvGrpSpPr>
        <p:cNvPr id="1" name=""/>
        <p:cNvGrpSpPr/>
        <p:nvPr/>
      </p:nvGrpSpPr>
      <p:grpSpPr>
        <a:xfrm>
          <a:off x="0" y="0"/>
          <a:ext cx="0" cy="0"/>
          <a:chOff x="0" y="0"/>
          <a:chExt cx="0" cy="0"/>
        </a:xfrm>
      </p:grpSpPr>
      <p:sp>
        <p:nvSpPr>
          <p:cNvPr id="312" name="PlaceHolder 1"/>
          <p:cNvSpPr>
            <a:spLocks noGrp="1"/>
          </p:cNvSpPr>
          <p:nvPr>
            <p:ph type="title"/>
          </p:nvPr>
        </p:nvSpPr>
        <p:spPr>
          <a:xfrm>
            <a:off x="612720" y="685800"/>
            <a:ext cx="3653640" cy="365652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13" name="PlaceHolder 2"/>
          <p:cNvSpPr>
            <a:spLocks noGrp="1"/>
          </p:cNvSpPr>
          <p:nvPr>
            <p:ph type="body"/>
          </p:nvPr>
        </p:nvSpPr>
        <p:spPr>
          <a:xfrm>
            <a:off x="5181480" y="685800"/>
            <a:ext cx="4570920" cy="36565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14" name="PlaceHolder 3"/>
          <p:cNvSpPr>
            <a:spLocks noGrp="1"/>
          </p:cNvSpPr>
          <p:nvPr>
            <p:ph type="ftr" idx="130"/>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15" name="PlaceHolder 4"/>
          <p:cNvSpPr>
            <a:spLocks noGrp="1"/>
          </p:cNvSpPr>
          <p:nvPr>
            <p:ph type="dt" idx="131"/>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16" name="PlaceHolder 5"/>
          <p:cNvSpPr>
            <a:spLocks noGrp="1"/>
          </p:cNvSpPr>
          <p:nvPr>
            <p:ph type="sldNum" idx="132"/>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317" name="Serbest Biçim: Şekil 8"/>
          <p:cNvSpPr/>
          <p:nvPr/>
        </p:nvSpPr>
        <p:spPr>
          <a:xfrm>
            <a:off x="11253960" y="5410080"/>
            <a:ext cx="5040" cy="741960"/>
          </a:xfrm>
          <a:custGeom>
            <a:avLst/>
            <a:gdLst>
              <a:gd name="textAreaLeft" fmla="*/ 0 w 5040"/>
              <a:gd name="textAreaRight" fmla="*/ 6120 w 5040"/>
              <a:gd name="textAreaTop" fmla="*/ 0 h 741960"/>
              <a:gd name="textAreaBottom" fmla="*/ 743040 h 741960"/>
              <a:gd name="GluePoint1X" fmla="*/ 0 w 6296"/>
              <a:gd name="GluePoint1Y" fmla="*/ 0 h 742941"/>
              <a:gd name="GluePoint2X" fmla="*/ 0 w 6296"/>
              <a:gd name="GluePoint2Y" fmla="*/ 742942 h 742941"/>
            </a:gdLst>
            <a:ahLst/>
            <a:cxnLst>
              <a:cxn ang="0">
                <a:pos x="GluePoint1X" y="GluePoint1Y"/>
              </a:cxn>
              <a:cxn ang="0">
                <a:pos x="GluePoint2X" y="GluePoint2Y"/>
              </a:cxn>
            </a:cxnLst>
            <a:rect l="textAreaLeft" t="textAreaTop" r="textAreaRight" b="textAreaBottom"/>
            <a:pathLst>
              <a:path w="6296" h="742941">
                <a:moveTo>
                  <a:pt x="0" y="0"/>
                </a:moveTo>
                <a:lnTo>
                  <a:pt x="0" y="742942"/>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18" name="Serbest Biçim: Şekil 9"/>
          <p:cNvSpPr/>
          <p:nvPr/>
        </p:nvSpPr>
        <p:spPr>
          <a:xfrm>
            <a:off x="10866960" y="5761800"/>
            <a:ext cx="741960" cy="5040"/>
          </a:xfrm>
          <a:custGeom>
            <a:avLst/>
            <a:gdLst>
              <a:gd name="textAreaLeft" fmla="*/ 0 w 741960"/>
              <a:gd name="textAreaRight" fmla="*/ 743040 w 741960"/>
              <a:gd name="textAreaTop" fmla="*/ 0 h 5040"/>
              <a:gd name="textAreaBottom" fmla="*/ 6120 h 5040"/>
              <a:gd name="GluePoint1X" fmla="*/ 742942 w 742942"/>
              <a:gd name="GluePoint1Y" fmla="*/ 0 h 6296"/>
              <a:gd name="GluePoint2X" fmla="*/ 0 w 742942"/>
              <a:gd name="GluePoint2Y" fmla="*/ 0 h 6296"/>
            </a:gdLst>
            <a:ahLst/>
            <a:cxnLst>
              <a:cxn ang="0">
                <a:pos x="GluePoint1X" y="GluePoint1Y"/>
              </a:cxn>
              <a:cxn ang="0">
                <a:pos x="GluePoint2X" y="GluePoint2Y"/>
              </a:cxn>
            </a:cxnLst>
            <a:rect l="textAreaLeft" t="textAreaTop" r="textAreaRight" b="textAreaBottom"/>
            <a:pathLst>
              <a:path w="742942" h="6296">
                <a:moveTo>
                  <a:pt x="742942" y="0"/>
                </a:moveTo>
                <a:lnTo>
                  <a:pt x="0" y="0"/>
                </a:lnTo>
              </a:path>
            </a:pathLst>
          </a:custGeom>
          <a:noFill/>
          <a:ln w="31077">
            <a:solidFill>
              <a:srgbClr val="000102"/>
            </a:solidFill>
            <a:miter/>
          </a:ln>
        </p:spPr>
        <p:style>
          <a:lnRef idx="0"/>
          <a:fillRef idx="0"/>
          <a:effectRef idx="0"/>
          <a:fontRef idx="minor"/>
        </p:style>
        <p:txBody>
          <a:bodyPr lIns="90000" rIns="90000" tIns="-38880" bIns="-388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19" name="Serbest Biçim: Şekil 10"/>
          <p:cNvSpPr/>
          <p:nvPr/>
        </p:nvSpPr>
        <p:spPr>
          <a:xfrm>
            <a:off x="11003760" y="5492520"/>
            <a:ext cx="524160" cy="524160"/>
          </a:xfrm>
          <a:custGeom>
            <a:avLst/>
            <a:gdLst>
              <a:gd name="textAreaLeft" fmla="*/ 0 w 524160"/>
              <a:gd name="textAreaRight" fmla="*/ 525240 w 524160"/>
              <a:gd name="textAreaTop" fmla="*/ 0 h 524160"/>
              <a:gd name="textAreaBottom" fmla="*/ 525240 h 524160"/>
              <a:gd name="GluePoint1X" fmla="*/ 525339 w 525338"/>
              <a:gd name="GluePoint1Y" fmla="*/ 0 h 525339"/>
              <a:gd name="GluePoint2X" fmla="*/ 0 w 525338"/>
              <a:gd name="GluePoint2Y" fmla="*/ 525339 h 525339"/>
            </a:gdLst>
            <a:ahLst/>
            <a:cxnLst>
              <a:cxn ang="0">
                <a:pos x="GluePoint1X" y="GluePoint1Y"/>
              </a:cxn>
              <a:cxn ang="0">
                <a:pos x="GluePoint2X" y="GluePoint2Y"/>
              </a:cxn>
            </a:cxnLst>
            <a:rect l="textAreaLeft" t="textAreaTop" r="textAreaRight" b="textAreaBottom"/>
            <a:pathLst>
              <a:path w="525338" h="525339">
                <a:moveTo>
                  <a:pt x="525339" y="0"/>
                </a:moveTo>
                <a:lnTo>
                  <a:pt x="0" y="525339"/>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20" name="Serbest Biçim: Şekil 11"/>
          <p:cNvSpPr/>
          <p:nvPr/>
        </p:nvSpPr>
        <p:spPr>
          <a:xfrm>
            <a:off x="10981800" y="5492520"/>
            <a:ext cx="524160" cy="524160"/>
          </a:xfrm>
          <a:custGeom>
            <a:avLst/>
            <a:gdLst>
              <a:gd name="textAreaLeft" fmla="*/ 0 w 524160"/>
              <a:gd name="textAreaRight" fmla="*/ 525240 w 524160"/>
              <a:gd name="textAreaTop" fmla="*/ 0 h 524160"/>
              <a:gd name="textAreaBottom" fmla="*/ 525240 h 524160"/>
              <a:gd name="GluePoint1X" fmla="*/ 525343 w 525342"/>
              <a:gd name="GluePoint1Y" fmla="*/ 525339 h 525339"/>
              <a:gd name="GluePoint2X" fmla="*/ 0 w 525342"/>
              <a:gd name="GluePoint2Y" fmla="*/ 0 h 525339"/>
            </a:gdLst>
            <a:ahLst/>
            <a:cxnLst>
              <a:cxn ang="0">
                <a:pos x="GluePoint1X" y="GluePoint1Y"/>
              </a:cxn>
              <a:cxn ang="0">
                <a:pos x="GluePoint2X" y="GluePoint2Y"/>
              </a:cxn>
            </a:cxnLst>
            <a:rect l="textAreaLeft" t="textAreaTop" r="textAreaRight" b="textAreaBottom"/>
            <a:pathLst>
              <a:path w="525342" h="525339">
                <a:moveTo>
                  <a:pt x="525343" y="525339"/>
                </a:moveTo>
                <a:lnTo>
                  <a:pt x="0" y="0"/>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çerik 4">
    <p:bg>
      <p:bgPr>
        <a:solidFill>
          <a:schemeClr val="lt2"/>
        </a:solidFill>
      </p:bgPr>
    </p:bg>
    <p:spTree>
      <p:nvGrpSpPr>
        <p:cNvPr id="1" name=""/>
        <p:cNvGrpSpPr/>
        <p:nvPr/>
      </p:nvGrpSpPr>
      <p:grpSpPr>
        <a:xfrm>
          <a:off x="0" y="0"/>
          <a:ext cx="0" cy="0"/>
          <a:chOff x="0" y="0"/>
          <a:chExt cx="0" cy="0"/>
        </a:xfrm>
      </p:grpSpPr>
      <p:sp>
        <p:nvSpPr>
          <p:cNvPr id="321" name="Serbest Biçim: Şekil 6"/>
          <p:cNvSpPr/>
          <p:nvPr/>
        </p:nvSpPr>
        <p:spPr>
          <a:xfrm>
            <a:off x="11250720" y="5407920"/>
            <a:ext cx="5400" cy="744120"/>
          </a:xfrm>
          <a:custGeom>
            <a:avLst/>
            <a:gdLst>
              <a:gd name="textAreaLeft" fmla="*/ 0 w 5400"/>
              <a:gd name="textAreaRight" fmla="*/ 6480 w 5400"/>
              <a:gd name="textAreaTop" fmla="*/ 0 h 744120"/>
              <a:gd name="textAreaBottom" fmla="*/ 745200 h 744120"/>
              <a:gd name="GluePoint1X" fmla="*/ 0 w 6351"/>
              <a:gd name="GluePoint1Y" fmla="*/ 0 h 745197"/>
              <a:gd name="GluePoint2X" fmla="*/ 0 w 6351"/>
              <a:gd name="GluePoint2Y" fmla="*/ 745198 h 745197"/>
            </a:gdLst>
            <a:ahLst/>
            <a:cxnLst>
              <a:cxn ang="0">
                <a:pos x="GluePoint1X" y="GluePoint1Y"/>
              </a:cxn>
              <a:cxn ang="0">
                <a:pos x="GluePoint2X" y="GluePoint2Y"/>
              </a:cxn>
            </a:cxnLst>
            <a:rect l="textAreaLeft" t="textAreaTop" r="textAreaRight" b="textAreaBottom"/>
            <a:pathLst>
              <a:path w="6351" h="745197">
                <a:moveTo>
                  <a:pt x="0" y="0"/>
                </a:moveTo>
                <a:lnTo>
                  <a:pt x="0" y="745198"/>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22" name="Serbest Form: Şekil 8"/>
          <p:cNvSpPr/>
          <p:nvPr/>
        </p:nvSpPr>
        <p:spPr>
          <a:xfrm>
            <a:off x="685800" y="5758560"/>
            <a:ext cx="10922760" cy="360"/>
          </a:xfrm>
          <a:custGeom>
            <a:avLst/>
            <a:gdLst>
              <a:gd name="textAreaLeft" fmla="*/ 0 w 10922760"/>
              <a:gd name="textAreaRight" fmla="*/ 10923840 w 10922760"/>
              <a:gd name="textAreaTop" fmla="*/ 0 h 360"/>
              <a:gd name="textAreaBottom" fmla="*/ 2880 h 360"/>
              <a:gd name="GluePoint1X" fmla="*/ 10923934 w 10923933"/>
              <a:gd name="GluePoint1Y" fmla="*/ 0 h 0"/>
              <a:gd name="GluePoint2X" fmla="*/ 0 w 10923933"/>
              <a:gd name="GluePoint2Y" fmla="*/ 1 h 0"/>
            </a:gdLst>
            <a:ahLst/>
            <a:cxnLst>
              <a:cxn ang="0">
                <a:pos x="GluePoint1X" y="GluePoint1Y"/>
              </a:cxn>
              <a:cxn ang="0">
                <a:pos x="GluePoint2X" y="GluePoint2Y"/>
              </a:cxn>
            </a:cxnLst>
            <a:rect l="textAreaLeft" t="textAreaTop" r="textAreaRight" b="textAreaBottom"/>
            <a:pathLst>
              <a:path w="10923933" h="0">
                <a:moveTo>
                  <a:pt x="10923934" y="0"/>
                </a:moveTo>
                <a:lnTo>
                  <a:pt x="0" y="1"/>
                </a:lnTo>
              </a:path>
            </a:pathLst>
          </a:custGeom>
          <a:noFill/>
          <a:ln w="31732">
            <a:solidFill>
              <a:srgbClr val="cc563b"/>
            </a:solidFill>
            <a:miter/>
          </a:ln>
        </p:spPr>
        <p:style>
          <a:lnRef idx="0"/>
          <a:fillRef idx="0"/>
          <a:effectRef idx="0"/>
          <a:fontRef idx="minor"/>
        </p:style>
        <p:txBody>
          <a:bodyPr lIns="90000" rIns="90000" tIns="-44280" bIns="-442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23" name="Serbest Biçim: Şekil 9"/>
          <p:cNvSpPr/>
          <p:nvPr/>
        </p:nvSpPr>
        <p:spPr>
          <a:xfrm>
            <a:off x="10998720" y="54903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0 h 526934"/>
              <a:gd name="GluePoint2X" fmla="*/ 0 w 529937"/>
              <a:gd name="GluePoint2Y" fmla="*/ 526935 h 526934"/>
            </a:gdLst>
            <a:ahLst/>
            <a:cxnLst>
              <a:cxn ang="0">
                <a:pos x="GluePoint1X" y="GluePoint1Y"/>
              </a:cxn>
              <a:cxn ang="0">
                <a:pos x="GluePoint2X" y="GluePoint2Y"/>
              </a:cxn>
            </a:cxnLst>
            <a:rect l="textAreaLeft" t="textAreaTop" r="textAreaRight" b="textAreaBottom"/>
            <a:pathLst>
              <a:path w="529937" h="526934">
                <a:moveTo>
                  <a:pt x="529938" y="0"/>
                </a:moveTo>
                <a:lnTo>
                  <a:pt x="0" y="526935"/>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24" name="Serbest Biçim: Şekil 10"/>
          <p:cNvSpPr/>
          <p:nvPr/>
        </p:nvSpPr>
        <p:spPr>
          <a:xfrm>
            <a:off x="10976040" y="5490360"/>
            <a:ext cx="528840" cy="525960"/>
          </a:xfrm>
          <a:custGeom>
            <a:avLst/>
            <a:gdLst>
              <a:gd name="textAreaLeft" fmla="*/ 0 w 528840"/>
              <a:gd name="textAreaRight" fmla="*/ 529920 w 528840"/>
              <a:gd name="textAreaTop" fmla="*/ 0 h 525960"/>
              <a:gd name="textAreaBottom" fmla="*/ 527040 h 525960"/>
              <a:gd name="GluePoint1X" fmla="*/ 529938 w 529937"/>
              <a:gd name="GluePoint1Y" fmla="*/ 526935 h 526934"/>
              <a:gd name="GluePoint2X" fmla="*/ 0 w 529937"/>
              <a:gd name="GluePoint2Y" fmla="*/ 0 h 526934"/>
            </a:gdLst>
            <a:ahLst/>
            <a:cxnLst>
              <a:cxn ang="0">
                <a:pos x="GluePoint1X" y="GluePoint1Y"/>
              </a:cxn>
              <a:cxn ang="0">
                <a:pos x="GluePoint2X" y="GluePoint2Y"/>
              </a:cxn>
            </a:cxnLst>
            <a:rect l="textAreaLeft" t="textAreaTop" r="textAreaRight" b="textAreaBottom"/>
            <a:pathLst>
              <a:path w="529937" h="526934">
                <a:moveTo>
                  <a:pt x="529938" y="526935"/>
                </a:moveTo>
                <a:lnTo>
                  <a:pt x="0" y="0"/>
                </a:lnTo>
              </a:path>
            </a:pathLst>
          </a:custGeom>
          <a:noFill/>
          <a:ln w="31732">
            <a:solidFill>
              <a:srgbClr val="cc563b"/>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25" name="PlaceHolder 1"/>
          <p:cNvSpPr>
            <a:spLocks noGrp="1"/>
          </p:cNvSpPr>
          <p:nvPr>
            <p:ph type="title"/>
          </p:nvPr>
        </p:nvSpPr>
        <p:spPr>
          <a:xfrm>
            <a:off x="612720" y="685800"/>
            <a:ext cx="3653640" cy="408240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26" name="PlaceHolder 2"/>
          <p:cNvSpPr>
            <a:spLocks noGrp="1"/>
          </p:cNvSpPr>
          <p:nvPr>
            <p:ph type="body"/>
          </p:nvPr>
        </p:nvSpPr>
        <p:spPr>
          <a:xfrm>
            <a:off x="5181480" y="685800"/>
            <a:ext cx="6044400" cy="408240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27" name="PlaceHolder 3"/>
          <p:cNvSpPr>
            <a:spLocks noGrp="1"/>
          </p:cNvSpPr>
          <p:nvPr>
            <p:ph type="ftr" idx="133"/>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28" name="PlaceHolder 4"/>
          <p:cNvSpPr>
            <a:spLocks noGrp="1"/>
          </p:cNvSpPr>
          <p:nvPr>
            <p:ph type="dt" idx="134"/>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29" name="PlaceHolder 5"/>
          <p:cNvSpPr>
            <a:spLocks noGrp="1"/>
          </p:cNvSpPr>
          <p:nvPr>
            <p:ph type="sldNum" idx="135"/>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çerik 5">
    <p:bg>
      <p:bgPr>
        <a:solidFill>
          <a:schemeClr val="lt2"/>
        </a:solidFill>
      </p:bgPr>
    </p:bg>
    <p:spTree>
      <p:nvGrpSpPr>
        <p:cNvPr id="1" name=""/>
        <p:cNvGrpSpPr/>
        <p:nvPr/>
      </p:nvGrpSpPr>
      <p:grpSpPr>
        <a:xfrm>
          <a:off x="0" y="0"/>
          <a:ext cx="0" cy="0"/>
          <a:chOff x="0" y="0"/>
          <a:chExt cx="0" cy="0"/>
        </a:xfrm>
      </p:grpSpPr>
      <p:sp>
        <p:nvSpPr>
          <p:cNvPr id="330" name="Serbest Biçim: Şekil 6"/>
          <p:cNvSpPr/>
          <p:nvPr/>
        </p:nvSpPr>
        <p:spPr>
          <a:xfrm>
            <a:off x="968400" y="5410080"/>
            <a:ext cx="5040" cy="741960"/>
          </a:xfrm>
          <a:custGeom>
            <a:avLst/>
            <a:gdLst>
              <a:gd name="textAreaLeft" fmla="*/ 0 w 5040"/>
              <a:gd name="textAreaRight" fmla="*/ 6120 w 5040"/>
              <a:gd name="textAreaTop" fmla="*/ 0 h 741960"/>
              <a:gd name="textAreaBottom" fmla="*/ 743040 h 741960"/>
              <a:gd name="GluePoint1X" fmla="*/ 0 w 6296"/>
              <a:gd name="GluePoint1Y" fmla="*/ 0 h 742941"/>
              <a:gd name="GluePoint2X" fmla="*/ 0 w 6296"/>
              <a:gd name="GluePoint2Y" fmla="*/ 742942 h 742941"/>
            </a:gdLst>
            <a:ahLst/>
            <a:cxnLst>
              <a:cxn ang="0">
                <a:pos x="GluePoint1X" y="GluePoint1Y"/>
              </a:cxn>
              <a:cxn ang="0">
                <a:pos x="GluePoint2X" y="GluePoint2Y"/>
              </a:cxn>
            </a:cxnLst>
            <a:rect l="textAreaLeft" t="textAreaTop" r="textAreaRight" b="textAreaBottom"/>
            <a:pathLst>
              <a:path w="6296" h="742941">
                <a:moveTo>
                  <a:pt x="0" y="0"/>
                </a:moveTo>
                <a:lnTo>
                  <a:pt x="0" y="742942"/>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31" name="Serbest Biçim: Şekil 8"/>
          <p:cNvSpPr/>
          <p:nvPr/>
        </p:nvSpPr>
        <p:spPr>
          <a:xfrm>
            <a:off x="581400" y="5761800"/>
            <a:ext cx="741960" cy="5040"/>
          </a:xfrm>
          <a:custGeom>
            <a:avLst/>
            <a:gdLst>
              <a:gd name="textAreaLeft" fmla="*/ 0 w 741960"/>
              <a:gd name="textAreaRight" fmla="*/ 743040 w 741960"/>
              <a:gd name="textAreaTop" fmla="*/ 0 h 5040"/>
              <a:gd name="textAreaBottom" fmla="*/ 6120 h 5040"/>
              <a:gd name="GluePoint1X" fmla="*/ 742942 w 742942"/>
              <a:gd name="GluePoint1Y" fmla="*/ 0 h 6296"/>
              <a:gd name="GluePoint2X" fmla="*/ 0 w 742942"/>
              <a:gd name="GluePoint2Y" fmla="*/ 0 h 6296"/>
            </a:gdLst>
            <a:ahLst/>
            <a:cxnLst>
              <a:cxn ang="0">
                <a:pos x="GluePoint1X" y="GluePoint1Y"/>
              </a:cxn>
              <a:cxn ang="0">
                <a:pos x="GluePoint2X" y="GluePoint2Y"/>
              </a:cxn>
            </a:cxnLst>
            <a:rect l="textAreaLeft" t="textAreaTop" r="textAreaRight" b="textAreaBottom"/>
            <a:pathLst>
              <a:path w="742942" h="6296">
                <a:moveTo>
                  <a:pt x="742942" y="0"/>
                </a:moveTo>
                <a:lnTo>
                  <a:pt x="0" y="0"/>
                </a:lnTo>
              </a:path>
            </a:pathLst>
          </a:custGeom>
          <a:noFill/>
          <a:ln w="31077">
            <a:solidFill>
              <a:srgbClr val="000102"/>
            </a:solidFill>
            <a:miter/>
          </a:ln>
        </p:spPr>
        <p:style>
          <a:lnRef idx="0"/>
          <a:fillRef idx="0"/>
          <a:effectRef idx="0"/>
          <a:fontRef idx="minor"/>
        </p:style>
        <p:txBody>
          <a:bodyPr lIns="90000" rIns="90000" tIns="-38880" bIns="-3888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32" name="Serbest Biçim: Şekil 10"/>
          <p:cNvSpPr/>
          <p:nvPr/>
        </p:nvSpPr>
        <p:spPr>
          <a:xfrm>
            <a:off x="718200" y="5492520"/>
            <a:ext cx="524160" cy="524160"/>
          </a:xfrm>
          <a:custGeom>
            <a:avLst/>
            <a:gdLst>
              <a:gd name="textAreaLeft" fmla="*/ 0 w 524160"/>
              <a:gd name="textAreaRight" fmla="*/ 525240 w 524160"/>
              <a:gd name="textAreaTop" fmla="*/ 0 h 524160"/>
              <a:gd name="textAreaBottom" fmla="*/ 525240 h 524160"/>
              <a:gd name="GluePoint1X" fmla="*/ 525339 w 525338"/>
              <a:gd name="GluePoint1Y" fmla="*/ 0 h 525339"/>
              <a:gd name="GluePoint2X" fmla="*/ 0 w 525338"/>
              <a:gd name="GluePoint2Y" fmla="*/ 525339 h 525339"/>
            </a:gdLst>
            <a:ahLst/>
            <a:cxnLst>
              <a:cxn ang="0">
                <a:pos x="GluePoint1X" y="GluePoint1Y"/>
              </a:cxn>
              <a:cxn ang="0">
                <a:pos x="GluePoint2X" y="GluePoint2Y"/>
              </a:cxn>
            </a:cxnLst>
            <a:rect l="textAreaLeft" t="textAreaTop" r="textAreaRight" b="textAreaBottom"/>
            <a:pathLst>
              <a:path w="525338" h="525339">
                <a:moveTo>
                  <a:pt x="525339" y="0"/>
                </a:moveTo>
                <a:lnTo>
                  <a:pt x="0" y="525339"/>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33" name="Serbest Biçim: Şekil 11"/>
          <p:cNvSpPr/>
          <p:nvPr/>
        </p:nvSpPr>
        <p:spPr>
          <a:xfrm>
            <a:off x="696240" y="5492520"/>
            <a:ext cx="524160" cy="524160"/>
          </a:xfrm>
          <a:custGeom>
            <a:avLst/>
            <a:gdLst>
              <a:gd name="textAreaLeft" fmla="*/ 0 w 524160"/>
              <a:gd name="textAreaRight" fmla="*/ 525240 w 524160"/>
              <a:gd name="textAreaTop" fmla="*/ 0 h 524160"/>
              <a:gd name="textAreaBottom" fmla="*/ 525240 h 524160"/>
              <a:gd name="GluePoint1X" fmla="*/ 525343 w 525342"/>
              <a:gd name="GluePoint1Y" fmla="*/ 525339 h 525339"/>
              <a:gd name="GluePoint2X" fmla="*/ 0 w 525342"/>
              <a:gd name="GluePoint2Y" fmla="*/ 0 h 525339"/>
            </a:gdLst>
            <a:ahLst/>
            <a:cxnLst>
              <a:cxn ang="0">
                <a:pos x="GluePoint1X" y="GluePoint1Y"/>
              </a:cxn>
              <a:cxn ang="0">
                <a:pos x="GluePoint2X" y="GluePoint2Y"/>
              </a:cxn>
            </a:cxnLst>
            <a:rect l="textAreaLeft" t="textAreaTop" r="textAreaRight" b="textAreaBottom"/>
            <a:pathLst>
              <a:path w="525342" h="525339">
                <a:moveTo>
                  <a:pt x="525343" y="525339"/>
                </a:moveTo>
                <a:lnTo>
                  <a:pt x="0" y="0"/>
                </a:lnTo>
              </a:path>
            </a:pathLst>
          </a:custGeom>
          <a:noFill/>
          <a:ln w="31077">
            <a:solidFill>
              <a:srgbClr val="000102"/>
            </a:solidFill>
            <a:miter/>
          </a:ln>
        </p:spPr>
        <p:style>
          <a:lnRef idx="0"/>
          <a:fillRef idx="0"/>
          <a:effectRef idx="0"/>
          <a:fontRef idx="minor"/>
        </p:style>
        <p:txBody>
          <a:bodyPr lIns="90000" rIns="90000" tIns="45000" bIns="45000" anchor="ctr">
            <a:noAutofit/>
          </a:bodyPr>
          <a:p>
            <a:pPr defTabSz="914400">
              <a:lnSpc>
                <a:spcPct val="100000"/>
              </a:lnSpc>
            </a:pPr>
            <a:endParaRPr lang="en-US" sz="1800" b="0" u="none" strike="noStrike">
              <a:solidFill>
                <a:schemeClr val="dk1"/>
              </a:solidFill>
              <a:effectLst/>
              <a:uFillTx/>
              <a:latin typeface="Bahnschrift SemiLight"/>
            </a:endParaRPr>
          </a:p>
        </p:txBody>
      </p:sp>
      <p:sp>
        <p:nvSpPr>
          <p:cNvPr id="334" name="PlaceHolder 1"/>
          <p:cNvSpPr>
            <a:spLocks noGrp="1"/>
          </p:cNvSpPr>
          <p:nvPr>
            <p:ph type="title"/>
          </p:nvPr>
        </p:nvSpPr>
        <p:spPr>
          <a:xfrm>
            <a:off x="614520" y="685800"/>
            <a:ext cx="3651480" cy="4101480"/>
          </a:xfrm>
          <a:prstGeom prst="rect">
            <a:avLst/>
          </a:prstGeom>
          <a:noFill/>
          <a:ln w="0">
            <a:noFill/>
          </a:ln>
        </p:spPr>
        <p:txBody>
          <a:bodyPr lIns="91440" rIns="91440" tIns="45720" bIns="45720" anchor="t">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35" name="PlaceHolder 2"/>
          <p:cNvSpPr>
            <a:spLocks noGrp="1"/>
          </p:cNvSpPr>
          <p:nvPr>
            <p:ph type="body"/>
          </p:nvPr>
        </p:nvSpPr>
        <p:spPr>
          <a:xfrm>
            <a:off x="5181480" y="685800"/>
            <a:ext cx="6393600" cy="545400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36" name="PlaceHolder 3"/>
          <p:cNvSpPr>
            <a:spLocks noGrp="1"/>
          </p:cNvSpPr>
          <p:nvPr>
            <p:ph type="ftr" idx="136"/>
          </p:nvPr>
        </p:nvSpPr>
        <p:spPr>
          <a:xfrm>
            <a:off x="612720" y="634392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37" name="PlaceHolder 4"/>
          <p:cNvSpPr>
            <a:spLocks noGrp="1"/>
          </p:cNvSpPr>
          <p:nvPr>
            <p:ph type="dt" idx="137"/>
          </p:nvPr>
        </p:nvSpPr>
        <p:spPr>
          <a:xfrm>
            <a:off x="8893800" y="6343920"/>
            <a:ext cx="2201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38" name="PlaceHolder 5"/>
          <p:cNvSpPr>
            <a:spLocks noGrp="1"/>
          </p:cNvSpPr>
          <p:nvPr>
            <p:ph type="sldNum" idx="138"/>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3">
    <p:bg>
      <p:bgPr>
        <a:solidFill>
          <a:schemeClr val="lt2"/>
        </a:solidFill>
      </p:bgPr>
    </p:bg>
    <p:spTree>
      <p:nvGrpSpPr>
        <p:cNvPr id="1" name=""/>
        <p:cNvGrpSpPr/>
        <p:nvPr/>
      </p:nvGrpSpPr>
      <p:grpSpPr>
        <a:xfrm>
          <a:off x="0" y="0"/>
          <a:ext cx="0" cy="0"/>
          <a:chOff x="0" y="0"/>
          <a:chExt cx="0" cy="0"/>
        </a:xfrm>
      </p:grpSpPr>
      <p:sp>
        <p:nvSpPr>
          <p:cNvPr id="339" name="PlaceHolder 1"/>
          <p:cNvSpPr>
            <a:spLocks noGrp="1"/>
          </p:cNvSpPr>
          <p:nvPr>
            <p:ph type="title"/>
          </p:nvPr>
        </p:nvSpPr>
        <p:spPr>
          <a:xfrm>
            <a:off x="4718160" y="685800"/>
            <a:ext cx="6856920" cy="111060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40" name="PlaceHolder 2"/>
          <p:cNvSpPr>
            <a:spLocks noGrp="1"/>
          </p:cNvSpPr>
          <p:nvPr>
            <p:ph type="body"/>
          </p:nvPr>
        </p:nvSpPr>
        <p:spPr>
          <a:xfrm>
            <a:off x="0" y="0"/>
            <a:ext cx="4099320" cy="6856920"/>
          </a:xfrm>
          <a:prstGeom prst="rect">
            <a:avLst/>
          </a:prstGeom>
          <a:blipFill rotWithShape="0">
            <a:blip r:embed="rId2">
              <a:alphaModFix amt="60000"/>
            </a:blip>
            <a:stretch/>
          </a:blipFill>
          <a:ln w="0">
            <a:noFill/>
          </a:ln>
        </p:spPr>
        <p:txBody>
          <a:bodyPr lIns="90000" rIns="90000" tIns="45000" bIns="45000" anchor="t">
            <a:no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
        <p:nvSpPr>
          <p:cNvPr id="341" name="PlaceHolder 3"/>
          <p:cNvSpPr>
            <a:spLocks noGrp="1"/>
          </p:cNvSpPr>
          <p:nvPr>
            <p:ph type="body"/>
          </p:nvPr>
        </p:nvSpPr>
        <p:spPr>
          <a:xfrm>
            <a:off x="4718160" y="1965960"/>
            <a:ext cx="6856920" cy="419904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42" name="PlaceHolder 4"/>
          <p:cNvSpPr>
            <a:spLocks noGrp="1"/>
          </p:cNvSpPr>
          <p:nvPr>
            <p:ph type="ftr" idx="139"/>
          </p:nvPr>
        </p:nvSpPr>
        <p:spPr>
          <a:xfrm>
            <a:off x="4724280" y="6343920"/>
            <a:ext cx="34218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43" name="PlaceHolder 5"/>
          <p:cNvSpPr>
            <a:spLocks noGrp="1"/>
          </p:cNvSpPr>
          <p:nvPr>
            <p:ph type="dt" idx="140"/>
          </p:nvPr>
        </p:nvSpPr>
        <p:spPr>
          <a:xfrm>
            <a:off x="8945640" y="6343920"/>
            <a:ext cx="21499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44" name="PlaceHolder 6"/>
          <p:cNvSpPr>
            <a:spLocks noGrp="1"/>
          </p:cNvSpPr>
          <p:nvPr>
            <p:ph type="sldNum" idx="141"/>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4">
    <p:bg>
      <p:bgPr>
        <a:solidFill>
          <a:schemeClr val="lt2"/>
        </a:solidFill>
      </p:bgPr>
    </p:bg>
    <p:spTree>
      <p:nvGrpSpPr>
        <p:cNvPr id="1" name=""/>
        <p:cNvGrpSpPr/>
        <p:nvPr/>
      </p:nvGrpSpPr>
      <p:grpSpPr>
        <a:xfrm>
          <a:off x="0" y="0"/>
          <a:ext cx="0" cy="0"/>
          <a:chOff x="0" y="0"/>
          <a:chExt cx="0" cy="0"/>
        </a:xfrm>
      </p:grpSpPr>
      <p:sp>
        <p:nvSpPr>
          <p:cNvPr id="345" name="PlaceHolder 1"/>
          <p:cNvSpPr>
            <a:spLocks noGrp="1"/>
          </p:cNvSpPr>
          <p:nvPr>
            <p:ph type="title"/>
          </p:nvPr>
        </p:nvSpPr>
        <p:spPr>
          <a:xfrm>
            <a:off x="612720" y="685800"/>
            <a:ext cx="6856920" cy="111060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46" name="PlaceHolder 2"/>
          <p:cNvSpPr>
            <a:spLocks noGrp="1"/>
          </p:cNvSpPr>
          <p:nvPr>
            <p:ph type="body"/>
          </p:nvPr>
        </p:nvSpPr>
        <p:spPr>
          <a:xfrm>
            <a:off x="612720" y="1965960"/>
            <a:ext cx="6856920" cy="419904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47" name="PlaceHolder 3"/>
          <p:cNvSpPr>
            <a:spLocks noGrp="1"/>
          </p:cNvSpPr>
          <p:nvPr>
            <p:ph type="ftr" idx="142"/>
          </p:nvPr>
        </p:nvSpPr>
        <p:spPr>
          <a:xfrm>
            <a:off x="612720" y="6346800"/>
            <a:ext cx="280440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48" name="PlaceHolder 4"/>
          <p:cNvSpPr>
            <a:spLocks noGrp="1"/>
          </p:cNvSpPr>
          <p:nvPr>
            <p:ph type="dt" idx="143"/>
          </p:nvPr>
        </p:nvSpPr>
        <p:spPr>
          <a:xfrm>
            <a:off x="4115880" y="6346800"/>
            <a:ext cx="2924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49" name="PlaceHolder 5"/>
          <p:cNvSpPr>
            <a:spLocks noGrp="1"/>
          </p:cNvSpPr>
          <p:nvPr>
            <p:ph type="sldNum" idx="144"/>
          </p:nvPr>
        </p:nvSpPr>
        <p:spPr>
          <a:xfrm>
            <a:off x="7041600" y="634680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350" name="PlaceHolder 6"/>
          <p:cNvSpPr>
            <a:spLocks noGrp="1"/>
          </p:cNvSpPr>
          <p:nvPr>
            <p:ph type="body"/>
          </p:nvPr>
        </p:nvSpPr>
        <p:spPr>
          <a:xfrm>
            <a:off x="8091720" y="0"/>
            <a:ext cx="4099320" cy="6856920"/>
          </a:xfrm>
          <a:prstGeom prst="rect">
            <a:avLst/>
          </a:prstGeom>
          <a:blipFill rotWithShape="0">
            <a:blip r:embed="rId2">
              <a:alphaModFix amt="60000"/>
            </a:blip>
            <a:stretch/>
          </a:blipFill>
          <a:ln w="0">
            <a:noFill/>
          </a:ln>
        </p:spPr>
        <p:txBody>
          <a:bodyPr lIns="90000" rIns="90000" tIns="45000" bIns="45000" anchor="t">
            <a:noAutofit/>
          </a:bodyPr>
          <a:p>
            <a:pPr indent="0" defTabSz="914400">
              <a:lnSpc>
                <a:spcPct val="100000"/>
              </a:lnSpc>
              <a:buNone/>
              <a:tabLst>
                <a:tab algn="l" pos="0"/>
              </a:tabLst>
            </a:pPr>
            <a:r>
              <a:rPr lang="tr" sz="1800" b="0" u="none" strike="noStrike">
                <a:solidFill>
                  <a:schemeClr val="dk1"/>
                </a:solidFill>
                <a:effectLst/>
                <a:uFillTx/>
                <a:latin typeface="Bahnschrift SemiLight"/>
              </a:rPr>
              <a:t>.</a:t>
            </a:r>
            <a:endParaRPr lang="en-US" sz="1800" b="0" u="none" strike="noStrike">
              <a:solidFill>
                <a:srgbClr val="000000"/>
              </a:solidFill>
              <a:effectLst/>
              <a:uFillTx/>
              <a:latin typeface="Arial"/>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5">
    <p:bg>
      <p:bgPr>
        <a:solidFill>
          <a:schemeClr val="lt2"/>
        </a:solidFill>
      </p:bgPr>
    </p:bg>
    <p:spTree>
      <p:nvGrpSpPr>
        <p:cNvPr id="1" name=""/>
        <p:cNvGrpSpPr/>
        <p:nvPr/>
      </p:nvGrpSpPr>
      <p:grpSpPr>
        <a:xfrm>
          <a:off x="0" y="0"/>
          <a:ext cx="0" cy="0"/>
          <a:chOff x="0" y="0"/>
          <a:chExt cx="0" cy="0"/>
        </a:xfrm>
      </p:grpSpPr>
      <p:sp>
        <p:nvSpPr>
          <p:cNvPr id="351" name="PlaceHolder 1"/>
          <p:cNvSpPr>
            <a:spLocks noGrp="1"/>
          </p:cNvSpPr>
          <p:nvPr>
            <p:ph type="title"/>
          </p:nvPr>
        </p:nvSpPr>
        <p:spPr>
          <a:xfrm>
            <a:off x="7010280" y="685800"/>
            <a:ext cx="4560480" cy="137016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52" name="PlaceHolder 2"/>
          <p:cNvSpPr>
            <a:spLocks noGrp="1"/>
          </p:cNvSpPr>
          <p:nvPr>
            <p:ph type="body"/>
          </p:nvPr>
        </p:nvSpPr>
        <p:spPr>
          <a:xfrm>
            <a:off x="0" y="0"/>
            <a:ext cx="6389280" cy="68569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
        <p:nvSpPr>
          <p:cNvPr id="353" name="PlaceHolder 3"/>
          <p:cNvSpPr>
            <a:spLocks noGrp="1"/>
          </p:cNvSpPr>
          <p:nvPr>
            <p:ph type="body"/>
          </p:nvPr>
        </p:nvSpPr>
        <p:spPr>
          <a:xfrm>
            <a:off x="7020720" y="2286000"/>
            <a:ext cx="4560480" cy="38851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54" name="PlaceHolder 4"/>
          <p:cNvSpPr>
            <a:spLocks noGrp="1"/>
          </p:cNvSpPr>
          <p:nvPr>
            <p:ph type="ftr" idx="145"/>
          </p:nvPr>
        </p:nvSpPr>
        <p:spPr>
          <a:xfrm>
            <a:off x="7020720" y="6343920"/>
            <a:ext cx="21038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55" name="PlaceHolder 5"/>
          <p:cNvSpPr>
            <a:spLocks noGrp="1"/>
          </p:cNvSpPr>
          <p:nvPr>
            <p:ph type="dt" idx="146"/>
          </p:nvPr>
        </p:nvSpPr>
        <p:spPr>
          <a:xfrm>
            <a:off x="9375120" y="6343920"/>
            <a:ext cx="17708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56" name="PlaceHolder 6"/>
          <p:cNvSpPr>
            <a:spLocks noGrp="1"/>
          </p:cNvSpPr>
          <p:nvPr>
            <p:ph type="sldNum" idx="147"/>
          </p:nvPr>
        </p:nvSpPr>
        <p:spPr>
          <a:xfrm>
            <a:off x="1114704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esimli İçerik 6">
    <p:bg>
      <p:bgPr>
        <a:solidFill>
          <a:schemeClr val="lt2"/>
        </a:solidFill>
      </p:bgPr>
    </p:bg>
    <p:spTree>
      <p:nvGrpSpPr>
        <p:cNvPr id="1" name=""/>
        <p:cNvGrpSpPr/>
        <p:nvPr/>
      </p:nvGrpSpPr>
      <p:grpSpPr>
        <a:xfrm>
          <a:off x="0" y="0"/>
          <a:ext cx="0" cy="0"/>
          <a:chOff x="0" y="0"/>
          <a:chExt cx="0" cy="0"/>
        </a:xfrm>
      </p:grpSpPr>
      <p:sp>
        <p:nvSpPr>
          <p:cNvPr id="357" name="PlaceHolder 1"/>
          <p:cNvSpPr>
            <a:spLocks noGrp="1"/>
          </p:cNvSpPr>
          <p:nvPr>
            <p:ph type="title"/>
          </p:nvPr>
        </p:nvSpPr>
        <p:spPr>
          <a:xfrm>
            <a:off x="609480" y="685800"/>
            <a:ext cx="4570920" cy="1370160"/>
          </a:xfrm>
          <a:prstGeom prst="rect">
            <a:avLst/>
          </a:prstGeom>
          <a:noFill/>
          <a:ln w="0">
            <a:noFill/>
          </a:ln>
        </p:spPr>
        <p:txBody>
          <a:bodyPr lIns="91440" rIns="91440" tIns="45720" bIns="45720" anchor="b">
            <a:noAutofit/>
          </a:bodyPr>
          <a:p>
            <a:pPr indent="0" defTabSz="914400">
              <a:lnSpc>
                <a:spcPct val="80000"/>
              </a:lnSpc>
              <a:buNone/>
              <a:tabLst>
                <a:tab algn="l" pos="0"/>
              </a:tabLst>
            </a:pPr>
            <a:r>
              <a:rPr lang="tr" sz="5400" b="0" u="none" strike="noStrike" cap="all">
                <a:solidFill>
                  <a:schemeClr val="dk2"/>
                </a:solidFill>
                <a:effectLst/>
                <a:uFillTx/>
                <a:latin typeface="Bahnschrift SemiLight"/>
              </a:rPr>
              <a:t>Asıl başlık stilini düzenlemek için tıklayın</a:t>
            </a:r>
            <a:endParaRPr lang="en-US" sz="5400" b="0" u="none" strike="noStrike">
              <a:solidFill>
                <a:srgbClr val="000000"/>
              </a:solidFill>
              <a:effectLst/>
              <a:uFillTx/>
              <a:latin typeface="Arial"/>
            </a:endParaRPr>
          </a:p>
        </p:txBody>
      </p:sp>
      <p:sp>
        <p:nvSpPr>
          <p:cNvPr id="358" name="PlaceHolder 2"/>
          <p:cNvSpPr>
            <a:spLocks noGrp="1"/>
          </p:cNvSpPr>
          <p:nvPr>
            <p:ph type="body"/>
          </p:nvPr>
        </p:nvSpPr>
        <p:spPr>
          <a:xfrm>
            <a:off x="609480" y="2286000"/>
            <a:ext cx="4560480" cy="388512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lang="tr" sz="1400" b="0" u="none" strike="noStrike">
                <a:solidFill>
                  <a:schemeClr val="dk2"/>
                </a:solidFill>
                <a:effectLst/>
                <a:uFillTx/>
                <a:latin typeface="Bahnschrift SemiLight"/>
              </a:rPr>
              <a:t>Asıl metin stillerini düzenlemek için tıklayın</a:t>
            </a:r>
            <a:endParaRPr lang="en-US" sz="1400" b="0" u="none" strike="noStrike">
              <a:solidFill>
                <a:srgbClr val="000000"/>
              </a:solidFill>
              <a:effectLst/>
              <a:uFillTx/>
              <a:latin typeface="Arial"/>
            </a:endParaRPr>
          </a:p>
          <a:p>
            <a:pPr marL="2286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İkinci düzey</a:t>
            </a:r>
            <a:endParaRPr lang="en-US" sz="1400" b="0" u="none" strike="noStrike">
              <a:solidFill>
                <a:srgbClr val="000000"/>
              </a:solidFill>
              <a:effectLst/>
              <a:uFillTx/>
              <a:latin typeface="Arial"/>
            </a:endParaRPr>
          </a:p>
          <a:p>
            <a:pPr marL="4572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Üçüncü düzey</a:t>
            </a:r>
            <a:endParaRPr lang="en-US" sz="1400" b="0" u="none" strike="noStrike">
              <a:solidFill>
                <a:srgbClr val="000000"/>
              </a:solidFill>
              <a:effectLst/>
              <a:uFillTx/>
              <a:latin typeface="Arial"/>
            </a:endParaRPr>
          </a:p>
          <a:p>
            <a:pPr marL="6858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Dördüncü düzey</a:t>
            </a:r>
            <a:endParaRPr lang="en-US" sz="1400" b="0" u="none" strike="noStrike">
              <a:solidFill>
                <a:srgbClr val="000000"/>
              </a:solidFill>
              <a:effectLst/>
              <a:uFillTx/>
              <a:latin typeface="Arial"/>
            </a:endParaRPr>
          </a:p>
          <a:p>
            <a:pPr marL="914400" indent="0" defTabSz="914400">
              <a:lnSpc>
                <a:spcPct val="100000"/>
              </a:lnSpc>
              <a:spcBef>
                <a:spcPts val="499"/>
              </a:spcBef>
              <a:buNone/>
              <a:tabLst>
                <a:tab algn="l" pos="0"/>
              </a:tabLst>
            </a:pPr>
            <a:r>
              <a:rPr lang="tr" sz="1400" b="0" u="none" strike="noStrike">
                <a:solidFill>
                  <a:schemeClr val="dk2"/>
                </a:solidFill>
                <a:effectLst/>
                <a:uFillTx/>
                <a:latin typeface="Bahnschrift SemiLight"/>
              </a:rPr>
              <a:t>Beşinci düzey</a:t>
            </a:r>
            <a:endParaRPr lang="en-US" sz="1400" b="0" u="none" strike="noStrike">
              <a:solidFill>
                <a:srgbClr val="000000"/>
              </a:solidFill>
              <a:effectLst/>
              <a:uFillTx/>
              <a:latin typeface="Arial"/>
            </a:endParaRPr>
          </a:p>
        </p:txBody>
      </p:sp>
      <p:sp>
        <p:nvSpPr>
          <p:cNvPr id="359" name="PlaceHolder 3"/>
          <p:cNvSpPr>
            <a:spLocks noGrp="1"/>
          </p:cNvSpPr>
          <p:nvPr>
            <p:ph type="ftr" idx="148"/>
          </p:nvPr>
        </p:nvSpPr>
        <p:spPr>
          <a:xfrm>
            <a:off x="609480" y="6343920"/>
            <a:ext cx="21038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tr" sz="800" b="0" u="none" strike="noStrike" cap="all">
                <a:solidFill>
                  <a:schemeClr val="dk1"/>
                </a:solidFill>
                <a:effectLst/>
                <a:uFillTx/>
                <a:latin typeface="Bahnschrift SemiLight"/>
              </a:defRPr>
            </a:lvl1pPr>
          </a:lstStyle>
          <a:p>
            <a:pPr indent="0" defTabSz="914400">
              <a:lnSpc>
                <a:spcPct val="100000"/>
              </a:lnSpc>
              <a:buNone/>
              <a:tabLst>
                <a:tab algn="l" pos="0"/>
              </a:tabLst>
            </a:pPr>
            <a:r>
              <a:rPr lang="tr" sz="800" b="0" u="none" strike="noStrike" cap="all">
                <a:solidFill>
                  <a:schemeClr val="dk1"/>
                </a:solidFill>
                <a:effectLst/>
                <a:uFillTx/>
                <a:latin typeface="Bahnschrift SemiLight"/>
              </a:rPr>
              <a:t>&lt;footer&gt;</a:t>
            </a:r>
            <a:endParaRPr lang="en-US" sz="800" b="0" u="none" strike="noStrike">
              <a:solidFill>
                <a:srgbClr val="000000"/>
              </a:solidFill>
              <a:effectLst/>
              <a:uFillTx/>
              <a:latin typeface="Times New Roman"/>
            </a:endParaRPr>
          </a:p>
        </p:txBody>
      </p:sp>
      <p:sp>
        <p:nvSpPr>
          <p:cNvPr id="360" name="PlaceHolder 4"/>
          <p:cNvSpPr>
            <a:spLocks noGrp="1"/>
          </p:cNvSpPr>
          <p:nvPr>
            <p:ph type="dt" idx="149"/>
          </p:nvPr>
        </p:nvSpPr>
        <p:spPr>
          <a:xfrm>
            <a:off x="2963880" y="6343920"/>
            <a:ext cx="17708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800" b="0" u="none" strike="noStrike" cap="all">
                <a:solidFill>
                  <a:schemeClr val="dk1"/>
                </a:solidFill>
                <a:effectLst/>
                <a:uFillTx/>
                <a:latin typeface="Bahnschrift SemiLight"/>
              </a:defRPr>
            </a:lvl1pPr>
          </a:lstStyle>
          <a:p>
            <a:pPr indent="0" algn="r" defTabSz="914400">
              <a:lnSpc>
                <a:spcPct val="100000"/>
              </a:lnSpc>
              <a:buNone/>
              <a:tabLst>
                <a:tab algn="l" pos="0"/>
              </a:tabLst>
            </a:pPr>
            <a:r>
              <a:rPr lang="en-US" sz="800" b="0" u="none" strike="noStrike" cap="all">
                <a:solidFill>
                  <a:schemeClr val="dk1"/>
                </a:solidFill>
                <a:effectLst/>
                <a:uFillTx/>
                <a:latin typeface="Bahnschrift SemiLight"/>
              </a:rPr>
              <a:t>&lt;date/time&gt;</a:t>
            </a:r>
            <a:endParaRPr lang="en-US" sz="800" b="0" u="none" strike="noStrike">
              <a:solidFill>
                <a:srgbClr val="000000"/>
              </a:solidFill>
              <a:effectLst/>
              <a:uFillTx/>
              <a:latin typeface="Times New Roman"/>
            </a:endParaRPr>
          </a:p>
        </p:txBody>
      </p:sp>
      <p:sp>
        <p:nvSpPr>
          <p:cNvPr id="361" name="PlaceHolder 5"/>
          <p:cNvSpPr>
            <a:spLocks noGrp="1"/>
          </p:cNvSpPr>
          <p:nvPr>
            <p:ph type="sldNum" idx="150"/>
          </p:nvPr>
        </p:nvSpPr>
        <p:spPr>
          <a:xfrm>
            <a:off x="4735800" y="6343920"/>
            <a:ext cx="42804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362" name="PlaceHolder 6"/>
          <p:cNvSpPr>
            <a:spLocks noGrp="1"/>
          </p:cNvSpPr>
          <p:nvPr>
            <p:ph type="body"/>
          </p:nvPr>
        </p:nvSpPr>
        <p:spPr>
          <a:xfrm>
            <a:off x="5801400" y="0"/>
            <a:ext cx="6389280" cy="6856920"/>
          </a:xfrm>
          <a:prstGeom prst="rect">
            <a:avLst/>
          </a:prstGeom>
          <a:blipFill rotWithShape="0">
            <a:blip r:embed="rId2">
              <a:alphaModFix amt="60000"/>
            </a:blip>
            <a:stretch/>
          </a:blip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2"/>
                </a:solidFill>
                <a:effectLst/>
                <a:uFillTx/>
                <a:latin typeface="Bahnschrift SemiLight"/>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800" b="0" u="none" strike="noStrike">
                <a:solidFill>
                  <a:schemeClr val="dk2"/>
                </a:solidFill>
                <a:effectLst/>
                <a:uFillTx/>
                <a:latin typeface="Bahnschrift SemiLight"/>
              </a:rPr>
              <a:t>Second Outline Level</a:t>
            </a:r>
            <a:endParaRPr lang="en-U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800" b="0" u="none" strike="noStrike">
                <a:solidFill>
                  <a:schemeClr val="dk2"/>
                </a:solidFill>
                <a:effectLst/>
                <a:uFillTx/>
                <a:latin typeface="Bahnschrift SemiLight"/>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800" b="0" u="none" strike="noStrike">
                <a:solidFill>
                  <a:schemeClr val="dk2"/>
                </a:solidFill>
                <a:effectLst/>
                <a:uFillTx/>
                <a:latin typeface="Bahnschrift SemiLight"/>
              </a:rPr>
              <a:t>Fourth Outline Level</a:t>
            </a:r>
            <a:endParaRPr lang="en-U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Fifth Outline Level</a:t>
            </a:r>
            <a:endParaRPr lang="en-U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Sixth Outline Level</a:t>
            </a:r>
            <a:endParaRPr lang="en-U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1800" b="0" u="none" strike="noStrike">
                <a:solidFill>
                  <a:schemeClr val="dk2"/>
                </a:solidFill>
                <a:effectLst/>
                <a:uFillTx/>
                <a:latin typeface="Bahnschrift SemiLight"/>
              </a:rPr>
              <a:t>Seventh Outline Level</a:t>
            </a:r>
            <a:endParaRPr lang="en-US" sz="18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3.jpeg"/><Relationship Id="rId3" Type="http://schemas.openxmlformats.org/officeDocument/2006/relationships/slideLayout" Target="../slideLayouts/slideLayout50.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50.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jpeg"/><Relationship Id="rId3" Type="http://schemas.openxmlformats.org/officeDocument/2006/relationships/slideLayout" Target="../slideLayouts/slideLayout49.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614520" y="686160"/>
            <a:ext cx="4871160" cy="2742120"/>
          </a:xfrm>
          <a:prstGeom prst="rect">
            <a:avLst/>
          </a:prstGeom>
          <a:noFill/>
          <a:ln w="0">
            <a:noFill/>
          </a:ln>
        </p:spPr>
        <p:txBody>
          <a:bodyPr lIns="91440" rIns="91440" tIns="45720" bIns="45720" anchor="t">
            <a:normAutofit/>
          </a:bodyPr>
          <a:p>
            <a:pPr indent="0" defTabSz="914400">
              <a:lnSpc>
                <a:spcPct val="80000"/>
              </a:lnSpc>
              <a:buNone/>
              <a:tabLst>
                <a:tab algn="l" pos="0"/>
              </a:tabLst>
            </a:pPr>
            <a:r>
              <a:rPr lang="en-US" sz="4900" b="0" u="none" strike="noStrike" cap="all">
                <a:solidFill>
                  <a:schemeClr val="lt2"/>
                </a:solidFill>
                <a:effectLst/>
                <a:uFillTx/>
                <a:latin typeface="Bahnschrift SemiLight"/>
              </a:rPr>
              <a:t>Uyku Verimliliğinin Büyük Veri ile Analizi</a:t>
            </a:r>
            <a:endParaRPr lang="en-US" sz="4900" b="0" u="none" strike="noStrike">
              <a:solidFill>
                <a:srgbClr val="ffffff"/>
              </a:solidFill>
              <a:effectLst/>
              <a:uFillTx/>
              <a:latin typeface="Arial"/>
            </a:endParaRPr>
          </a:p>
        </p:txBody>
      </p:sp>
      <p:sp>
        <p:nvSpPr>
          <p:cNvPr id="370" name="PlaceHolder 2"/>
          <p:cNvSpPr>
            <a:spLocks noGrp="1"/>
          </p:cNvSpPr>
          <p:nvPr>
            <p:ph type="subTitle"/>
          </p:nvPr>
        </p:nvSpPr>
        <p:spPr>
          <a:xfrm>
            <a:off x="6702480" y="5029200"/>
            <a:ext cx="4872600" cy="1828080"/>
          </a:xfrm>
          <a:prstGeom prst="rect">
            <a:avLst/>
          </a:prstGeom>
          <a:noFill/>
          <a:ln w="0">
            <a:noFill/>
          </a:ln>
        </p:spPr>
        <p:txBody>
          <a:bodyPr lIns="91440" rIns="91440" tIns="45720" bIns="45720" anchor="t">
            <a:normAutofit lnSpcReduction="9999"/>
          </a:bodyPr>
          <a:p>
            <a:pPr indent="0" defTabSz="914400">
              <a:lnSpc>
                <a:spcPct val="100000"/>
              </a:lnSpc>
              <a:spcBef>
                <a:spcPts val="1001"/>
              </a:spcBef>
              <a:buNone/>
              <a:tabLst>
                <a:tab algn="l" pos="0"/>
              </a:tabLst>
            </a:pPr>
            <a:r>
              <a:rPr lang="en-US" sz="1800" b="0" u="none" strike="noStrike">
                <a:solidFill>
                  <a:schemeClr val="lt2"/>
                </a:solidFill>
                <a:effectLst/>
                <a:uFillTx/>
                <a:latin typeface="Bahnschrift SemiLight"/>
              </a:rPr>
              <a:t>Onur Vatansever</a:t>
            </a:r>
            <a:endParaRPr lang="en-US" sz="1800" b="0" u="none" strike="noStrike">
              <a:solidFill>
                <a:srgbClr val="ffffff"/>
              </a:solidFill>
              <a:effectLst/>
              <a:uFillTx/>
              <a:latin typeface="Arial"/>
            </a:endParaRPr>
          </a:p>
          <a:p>
            <a:pPr indent="0" defTabSz="914400">
              <a:lnSpc>
                <a:spcPct val="100000"/>
              </a:lnSpc>
              <a:spcBef>
                <a:spcPts val="1001"/>
              </a:spcBef>
              <a:buNone/>
              <a:tabLst>
                <a:tab algn="l" pos="0"/>
              </a:tabLst>
            </a:pPr>
            <a:r>
              <a:rPr lang="en-US" sz="1800" b="0" u="none" strike="noStrike">
                <a:solidFill>
                  <a:schemeClr val="lt2"/>
                </a:solidFill>
                <a:effectLst/>
                <a:uFillTx/>
                <a:latin typeface="Bahnschrift SemiLight"/>
              </a:rPr>
              <a:t>Aysima Berçin</a:t>
            </a:r>
            <a:endParaRPr lang="en-US" sz="1800" b="0" u="none" strike="noStrike">
              <a:solidFill>
                <a:srgbClr val="ffffff"/>
              </a:solidFill>
              <a:effectLst/>
              <a:uFillTx/>
              <a:latin typeface="Arial"/>
            </a:endParaRPr>
          </a:p>
          <a:p>
            <a:pPr indent="0" defTabSz="914400">
              <a:lnSpc>
                <a:spcPct val="100000"/>
              </a:lnSpc>
              <a:spcBef>
                <a:spcPts val="1001"/>
              </a:spcBef>
              <a:buNone/>
              <a:tabLst>
                <a:tab algn="l" pos="0"/>
              </a:tabLst>
            </a:pPr>
            <a:r>
              <a:rPr lang="en-US" sz="1800" b="0" u="none" strike="noStrike">
                <a:solidFill>
                  <a:schemeClr val="lt2"/>
                </a:solidFill>
                <a:effectLst/>
                <a:uFillTx/>
                <a:latin typeface="Bahnschrift SemiLight"/>
              </a:rPr>
              <a:t>Sezin Bekci</a:t>
            </a:r>
            <a:endParaRPr lang="en-US" sz="1800" b="0" u="none" strike="noStrike">
              <a:solidFill>
                <a:srgbClr val="ffffff"/>
              </a:solidFill>
              <a:effectLst/>
              <a:uFillTx/>
              <a:latin typeface="Arial"/>
            </a:endParaRPr>
          </a:p>
          <a:p>
            <a:pPr indent="0" defTabSz="914400">
              <a:lnSpc>
                <a:spcPct val="100000"/>
              </a:lnSpc>
              <a:spcBef>
                <a:spcPts val="1001"/>
              </a:spcBef>
              <a:buNone/>
              <a:tabLst>
                <a:tab algn="l" pos="0"/>
              </a:tabLst>
            </a:pPr>
            <a:r>
              <a:rPr lang="en-US" sz="1800" b="0" u="none" strike="noStrike">
                <a:solidFill>
                  <a:schemeClr val="lt2"/>
                </a:solidFill>
                <a:effectLst/>
                <a:uFillTx/>
                <a:latin typeface="Bahnschrift SemiLight"/>
              </a:rPr>
              <a:t>Meryem Serin</a:t>
            </a:r>
            <a:endParaRPr lang="en-US" sz="1800" b="0" u="none" strike="noStrike">
              <a:solidFill>
                <a:srgbClr val="ffffff"/>
              </a:solidFill>
              <a:effectLst/>
              <a:uFillTx/>
              <a:latin typeface="Arial"/>
            </a:endParaRPr>
          </a:p>
          <a:p>
            <a:pPr indent="0" defTabSz="914400">
              <a:lnSpc>
                <a:spcPct val="100000"/>
              </a:lnSpc>
              <a:spcBef>
                <a:spcPts val="1001"/>
              </a:spcBef>
              <a:buNone/>
              <a:tabLst>
                <a:tab algn="l" pos="0"/>
              </a:tabLst>
            </a:pPr>
            <a:r>
              <a:rPr lang="en-US" sz="1800" b="0" u="none" strike="noStrike">
                <a:solidFill>
                  <a:schemeClr val="lt2"/>
                </a:solidFill>
                <a:effectLst/>
                <a:uFillTx/>
                <a:latin typeface="Bahnschrift SemiLight"/>
              </a:rPr>
              <a:t>Fatih Karaca</a:t>
            </a:r>
            <a:endParaRPr lang="en-US" sz="1800" b="0" u="none" strike="noStrike">
              <a:solidFill>
                <a:srgbClr val="ffffff"/>
              </a:solidFill>
              <a:effectLst/>
              <a:uFillTx/>
              <a:latin typeface="Arial"/>
            </a:endParaRPr>
          </a:p>
          <a:p>
            <a:pPr indent="0" defTabSz="914400">
              <a:lnSpc>
                <a:spcPct val="100000"/>
              </a:lnSpc>
              <a:spcBef>
                <a:spcPts val="1001"/>
              </a:spcBef>
              <a:buNone/>
              <a:tabLst>
                <a:tab algn="l" pos="0"/>
              </a:tabLst>
            </a:pP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1000"/>
                                  </p:stCondLst>
                                  <p:iterate type="el">
                                    <p:tmAbs val="100"/>
                                  </p:iterate>
                                  <p:childTnLst>
                                    <p:set>
                                      <p:cBhvr>
                                        <p:cTn id="6" dur="1" fill="hold">
                                          <p:stCondLst>
                                            <p:cond delay="0"/>
                                          </p:stCondLst>
                                        </p:cTn>
                                        <p:tgtEl>
                                          <p:spTgt spid="369"/>
                                        </p:tgtEl>
                                        <p:attrNameLst>
                                          <p:attrName>style.visibility</p:attrName>
                                        </p:attrNameLst>
                                      </p:cBhvr>
                                      <p:to>
                                        <p:strVal val="visible"/>
                                      </p:to>
                                    </p:set>
                                    <p:animEffect filter="fade" transition="in">
                                      <p:cBhvr additive="repl">
                                        <p:cTn id="7" dur="700"/>
                                        <p:tgtEl>
                                          <p:spTgt spid="369"/>
                                        </p:tgtEl>
                                      </p:cBhvr>
                                    </p:animEffect>
                                  </p:childTnLst>
                                </p:cTn>
                              </p:par>
                              <p:par>
                                <p:cTn id="8" presetID="10" presetClass="entr" fill="hold" nodeType="withEffect">
                                  <p:stCondLst>
                                    <p:cond delay="1500"/>
                                  </p:stCondLst>
                                  <p:iterate type="el">
                                    <p:tmAbs val="100"/>
                                  </p:iterate>
                                  <p:childTnLst>
                                    <p:set>
                                      <p:cBhvr>
                                        <p:cTn id="9" dur="1" fill="hold">
                                          <p:stCondLst>
                                            <p:cond delay="0"/>
                                          </p:stCondLst>
                                        </p:cTn>
                                        <p:tgtEl>
                                          <p:spTgt spid="370">
                                            <p:txEl>
                                              <p:pRg st="0" end="0"/>
                                            </p:txEl>
                                          </p:spTgt>
                                        </p:tgtEl>
                                        <p:attrNameLst>
                                          <p:attrName>style.visibility</p:attrName>
                                        </p:attrNameLst>
                                      </p:cBhvr>
                                      <p:to>
                                        <p:strVal val="visible"/>
                                      </p:to>
                                    </p:set>
                                    <p:animEffect filter="fade" transition="in">
                                      <p:cBhvr additive="repl">
                                        <p:cTn id="10" dur="700"/>
                                        <p:tgtEl>
                                          <p:spTgt spid="370">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7010280" y="685800"/>
            <a:ext cx="4560480" cy="68508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4200" b="0" u="none" strike="noStrike" cap="all">
                <a:solidFill>
                  <a:schemeClr val="dk2"/>
                </a:solidFill>
                <a:effectLst/>
                <a:uFillTx/>
                <a:latin typeface="Bahnschrift SemiLight"/>
              </a:rPr>
              <a:t>Sunumun Amacı</a:t>
            </a:r>
            <a:endParaRPr lang="en-US" sz="4200" b="0" u="none" strike="noStrike">
              <a:solidFill>
                <a:srgbClr val="000000"/>
              </a:solidFill>
              <a:effectLst/>
              <a:uFillTx/>
              <a:latin typeface="Arial"/>
            </a:endParaRPr>
          </a:p>
        </p:txBody>
      </p:sp>
      <p:pic>
        <p:nvPicPr>
          <p:cNvPr id="372" name="Content Placeholder 4" descr="Geleceğin tıbbi arayüzü, insan beyninin sinir ağı taramasıyla elde edilen tıbbi verileri yönetmek için bir sistem. Modern teknolojiler ve sinir ağlarının yardımı sayesinde, hastalıkları erken aşamada tahmin etmek ve teşhis etmek mümkün olmaktadır."/>
          <p:cNvPicPr/>
          <p:nvPr/>
        </p:nvPicPr>
        <p:blipFill>
          <a:blip r:embed="rId1">
            <a:alphaModFix amt="60000"/>
          </a:blip>
          <a:srcRect l="23256" t="0" r="27599" b="0"/>
          <a:stretch/>
        </p:blipFill>
        <p:spPr>
          <a:xfrm>
            <a:off x="0" y="0"/>
            <a:ext cx="6389280" cy="6856920"/>
          </a:xfrm>
          <a:prstGeom prst="rect">
            <a:avLst/>
          </a:prstGeom>
          <a:blipFill rotWithShape="0">
            <a:blip r:embed="rId2">
              <a:alphaModFix amt="60000"/>
            </a:blip>
            <a:srcRect l="49613" t="0" r="58879" b="0"/>
            <a:stretch/>
          </a:blipFill>
          <a:ln w="0">
            <a:noFill/>
          </a:ln>
        </p:spPr>
      </p:pic>
      <p:sp>
        <p:nvSpPr>
          <p:cNvPr id="373" name="PlaceHolder 2"/>
          <p:cNvSpPr>
            <a:spLocks noGrp="1"/>
          </p:cNvSpPr>
          <p:nvPr>
            <p:ph/>
          </p:nvPr>
        </p:nvSpPr>
        <p:spPr>
          <a:xfrm>
            <a:off x="7020720" y="2286000"/>
            <a:ext cx="4560480" cy="3885120"/>
          </a:xfrm>
          <a:prstGeom prst="rect">
            <a:avLst/>
          </a:prstGeom>
          <a:noFill/>
          <a:ln w="0">
            <a:noFill/>
          </a:ln>
        </p:spPr>
        <p:txBody>
          <a:bodyPr lIns="91440" rIns="91440" tIns="45720" bIns="45720" anchor="t">
            <a:normAutofit/>
          </a:bodyPr>
          <a:p>
            <a:pPr indent="0" defTabSz="914400">
              <a:lnSpc>
                <a:spcPct val="100000"/>
              </a:lnSpc>
              <a:spcBef>
                <a:spcPts val="2500"/>
              </a:spcBef>
              <a:buNone/>
              <a:tabLst>
                <a:tab algn="l" pos="0"/>
              </a:tabLst>
            </a:pPr>
            <a:r>
              <a:rPr lang="en-US" sz="1400" b="1" u="none" strike="noStrike">
                <a:solidFill>
                  <a:schemeClr val="dk2"/>
                </a:solidFill>
                <a:effectLst/>
                <a:uFillTx/>
                <a:latin typeface="Bahnschrift SemiLight"/>
              </a:rPr>
              <a:t>Uyku Verimliliği Analizi</a:t>
            </a:r>
            <a:endParaRPr lang="en-US" sz="1400" b="0" u="none" strike="noStrike">
              <a:solidFill>
                <a:srgbClr val="000000"/>
              </a:solidFill>
              <a:effectLst/>
              <a:uFillTx/>
              <a:latin typeface="Arial"/>
            </a:endParaRPr>
          </a:p>
          <a:p>
            <a:pPr indent="0" defTabSz="914400">
              <a:lnSpc>
                <a:spcPct val="100000"/>
              </a:lnSpc>
              <a:spcBef>
                <a:spcPts val="499"/>
              </a:spcBef>
              <a:buNone/>
              <a:tabLst>
                <a:tab algn="l" pos="0"/>
              </a:tabLst>
            </a:pPr>
            <a:r>
              <a:rPr lang="en-US" sz="1400" b="0" u="none" strike="noStrike">
                <a:solidFill>
                  <a:schemeClr val="dk2"/>
                </a:solidFill>
                <a:effectLst/>
                <a:uFillTx/>
                <a:latin typeface="Bahnschrift SemiLight"/>
              </a:rPr>
              <a:t>Uyku kalitesi ve verimliliği, biyolojik, davranışsal ve çevresel faktörlerle detaylı olarak analiz edildi.</a:t>
            </a:r>
            <a:endParaRPr lang="en-US" sz="1400" b="0" u="none" strike="noStrike">
              <a:solidFill>
                <a:srgbClr val="000000"/>
              </a:solidFill>
              <a:effectLst/>
              <a:uFillTx/>
              <a:latin typeface="Arial"/>
            </a:endParaRPr>
          </a:p>
          <a:p>
            <a:pPr indent="0" defTabSz="914400">
              <a:lnSpc>
                <a:spcPct val="100000"/>
              </a:lnSpc>
              <a:spcBef>
                <a:spcPts val="2500"/>
              </a:spcBef>
              <a:buNone/>
              <a:tabLst>
                <a:tab algn="l" pos="0"/>
              </a:tabLst>
            </a:pPr>
            <a:r>
              <a:rPr lang="en-US" sz="1400" b="1" u="none" strike="noStrike">
                <a:solidFill>
                  <a:schemeClr val="dk2"/>
                </a:solidFill>
                <a:effectLst/>
                <a:uFillTx/>
                <a:latin typeface="Bahnschrift SemiLight"/>
              </a:rPr>
              <a:t>Büyük Veri ve Python Kullanımı</a:t>
            </a:r>
            <a:endParaRPr lang="en-US" sz="1400" b="0" u="none" strike="noStrike">
              <a:solidFill>
                <a:srgbClr val="000000"/>
              </a:solidFill>
              <a:effectLst/>
              <a:uFillTx/>
              <a:latin typeface="Arial"/>
            </a:endParaRPr>
          </a:p>
          <a:p>
            <a:pPr indent="0" defTabSz="914400">
              <a:lnSpc>
                <a:spcPct val="100000"/>
              </a:lnSpc>
              <a:spcBef>
                <a:spcPts val="499"/>
              </a:spcBef>
              <a:buNone/>
              <a:tabLst>
                <a:tab algn="l" pos="0"/>
              </a:tabLst>
            </a:pPr>
            <a:r>
              <a:rPr lang="en-US" sz="1400" b="0" u="none" strike="noStrike">
                <a:solidFill>
                  <a:schemeClr val="dk2"/>
                </a:solidFill>
                <a:effectLst/>
                <a:uFillTx/>
                <a:latin typeface="Bahnschrift SemiLight"/>
              </a:rPr>
              <a:t>Büyük veri analitiği ve Python tabanlı veri işleme süreçleri anlamlı korelasyonlar ortaya çıkardı.</a:t>
            </a:r>
            <a:endParaRPr lang="en-US" sz="1400" b="0" u="none" strike="noStrike">
              <a:solidFill>
                <a:srgbClr val="000000"/>
              </a:solidFill>
              <a:effectLst/>
              <a:uFillTx/>
              <a:latin typeface="Arial"/>
            </a:endParaRPr>
          </a:p>
          <a:p>
            <a:pPr indent="0" defTabSz="914400">
              <a:lnSpc>
                <a:spcPct val="100000"/>
              </a:lnSpc>
              <a:spcBef>
                <a:spcPts val="2500"/>
              </a:spcBef>
              <a:buNone/>
              <a:tabLst>
                <a:tab algn="l" pos="0"/>
              </a:tabLst>
            </a:pPr>
            <a:endParaRPr lang="en-US" sz="1400" b="0" u="none" strike="noStrike">
              <a:solidFill>
                <a:srgbClr val="000000"/>
              </a:solidFill>
              <a:effectLst/>
              <a:uFillTx/>
              <a:latin typeface="Arial"/>
            </a:endParaRPr>
          </a:p>
        </p:txBody>
      </p:sp>
    </p:spTree>
  </p:cSld>
  <p:transition>
    <p:fade/>
  </p:transition>
  <p:timing>
    <p:tnLst>
      <p:par>
        <p:cTn id="11" dur="indefinite" restart="never" nodeType="tmRoot">
          <p:childTnLst>
            <p:seq>
              <p:cTn id="12" dur="indefinite" nodeType="mainSeq">
                <p:childTnLst>
                  <p:par>
                    <p:cTn id="13" fill="hold">
                      <p:stCondLst>
                        <p:cond delay="0"/>
                      </p:stCondLst>
                      <p:childTnLst>
                        <p:par>
                          <p:cTn id="14" fill="hold">
                            <p:stCondLst>
                              <p:cond delay="0"/>
                            </p:stCondLst>
                            <p:childTnLst>
                              <p:par>
                                <p:cTn id="15" presetID="10" presetClass="entr" fill="hold" nodeType="withEffect">
                                  <p:stCondLst>
                                    <p:cond delay="250"/>
                                  </p:stCondLst>
                                  <p:iterate type="el">
                                    <p:tmAbs val="100"/>
                                  </p:iterate>
                                  <p:childTnLst>
                                    <p:set>
                                      <p:cBhvr>
                                        <p:cTn id="16" dur="1" fill="hold">
                                          <p:stCondLst>
                                            <p:cond delay="0"/>
                                          </p:stCondLst>
                                        </p:cTn>
                                        <p:tgtEl>
                                          <p:spTgt spid="373"/>
                                        </p:tgtEl>
                                        <p:attrNameLst>
                                          <p:attrName>style.visibility</p:attrName>
                                        </p:attrNameLst>
                                      </p:cBhvr>
                                      <p:to>
                                        <p:strVal val="visible"/>
                                      </p:to>
                                    </p:set>
                                    <p:animEffect filter="fade" transition="in">
                                      <p:cBhvr additive="repl">
                                        <p:cTn id="17" dur="5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612720" y="685800"/>
            <a:ext cx="6856920" cy="111060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3800" b="0" u="none" strike="noStrike" cap="all">
                <a:solidFill>
                  <a:schemeClr val="dk2"/>
                </a:solidFill>
                <a:effectLst/>
                <a:uFillTx/>
                <a:latin typeface="Bahnschrift SemiLight"/>
              </a:rPr>
              <a:t>Veri Seti ve Hazırlık Süreci</a:t>
            </a:r>
            <a:endParaRPr lang="en-US" sz="3800" b="0" u="none" strike="noStrike">
              <a:solidFill>
                <a:srgbClr val="000000"/>
              </a:solidFill>
              <a:effectLst/>
              <a:uFillTx/>
              <a:latin typeface="Arial"/>
            </a:endParaRPr>
          </a:p>
        </p:txBody>
      </p:sp>
      <p:sp>
        <p:nvSpPr>
          <p:cNvPr id="375" name="PlaceHolder 2"/>
          <p:cNvSpPr>
            <a:spLocks noGrp="1"/>
          </p:cNvSpPr>
          <p:nvPr>
            <p:ph/>
          </p:nvPr>
        </p:nvSpPr>
        <p:spPr>
          <a:xfrm>
            <a:off x="612720" y="1965960"/>
            <a:ext cx="6856920" cy="4199040"/>
          </a:xfrm>
          <a:prstGeom prst="rect">
            <a:avLst/>
          </a:prstGeom>
          <a:noFill/>
          <a:ln w="0">
            <a:noFill/>
          </a:ln>
        </p:spPr>
        <p:txBody>
          <a:bodyPr lIns="91440" rIns="91440" tIns="45720" bIns="45720" anchor="t">
            <a:normAutofit/>
          </a:bodyPr>
          <a:p>
            <a:pPr indent="0" defTabSz="914400">
              <a:lnSpc>
                <a:spcPct val="100000"/>
              </a:lnSpc>
              <a:spcBef>
                <a:spcPts val="2500"/>
              </a:spcBef>
              <a:buNone/>
              <a:tabLst>
                <a:tab algn="l" pos="0"/>
              </a:tabLst>
            </a:pPr>
            <a:r>
              <a:rPr lang="en-US" sz="1400" b="1" u="none" strike="noStrike">
                <a:solidFill>
                  <a:schemeClr val="dk2"/>
                </a:solidFill>
                <a:effectLst/>
                <a:uFillTx/>
                <a:latin typeface="Bahnschrift SemiLight"/>
              </a:rPr>
              <a:t>Veri Setlerinin İçeriği</a:t>
            </a:r>
            <a:endParaRPr lang="en-US" sz="1400" b="0" u="none" strike="noStrike">
              <a:solidFill>
                <a:srgbClr val="000000"/>
              </a:solidFill>
              <a:effectLst/>
              <a:uFillTx/>
              <a:latin typeface="Arial"/>
            </a:endParaRPr>
          </a:p>
          <a:p>
            <a:pPr indent="0" defTabSz="914400">
              <a:lnSpc>
                <a:spcPct val="100000"/>
              </a:lnSpc>
              <a:spcBef>
                <a:spcPts val="499"/>
              </a:spcBef>
              <a:buNone/>
              <a:tabLst>
                <a:tab algn="l" pos="0"/>
              </a:tabLst>
            </a:pPr>
            <a:r>
              <a:rPr lang="en-US" sz="1400" b="0" u="none" strike="noStrike">
                <a:solidFill>
                  <a:schemeClr val="dk2"/>
                </a:solidFill>
                <a:effectLst/>
                <a:uFillTx/>
                <a:latin typeface="Bahnschrift SemiLight"/>
              </a:rPr>
              <a:t>Uyku süreleri, evreleri, yaşam tarzı alışkanlıkları ve demografik bilgiler içeren çoklu veri setleri analiz için kullanıldı.</a:t>
            </a:r>
            <a:endParaRPr lang="en-US" sz="1400" b="0" u="none" strike="noStrike">
              <a:solidFill>
                <a:srgbClr val="000000"/>
              </a:solidFill>
              <a:effectLst/>
              <a:uFillTx/>
              <a:latin typeface="Arial"/>
            </a:endParaRPr>
          </a:p>
          <a:p>
            <a:pPr indent="0" defTabSz="914400">
              <a:lnSpc>
                <a:spcPct val="100000"/>
              </a:lnSpc>
              <a:spcBef>
                <a:spcPts val="2500"/>
              </a:spcBef>
              <a:buNone/>
              <a:tabLst>
                <a:tab algn="l" pos="0"/>
              </a:tabLst>
            </a:pPr>
            <a:r>
              <a:rPr lang="en-US" sz="1400" b="1" u="none" strike="noStrike">
                <a:solidFill>
                  <a:schemeClr val="dk2"/>
                </a:solidFill>
                <a:effectLst/>
                <a:uFillTx/>
                <a:latin typeface="Bahnschrift SemiLight"/>
              </a:rPr>
              <a:t>Veri Birleştirme ve İşleme</a:t>
            </a:r>
            <a:endParaRPr lang="en-US" sz="1400" b="0" u="none" strike="noStrike">
              <a:solidFill>
                <a:srgbClr val="000000"/>
              </a:solidFill>
              <a:effectLst/>
              <a:uFillTx/>
              <a:latin typeface="Arial"/>
            </a:endParaRPr>
          </a:p>
          <a:p>
            <a:pPr indent="0" defTabSz="914400">
              <a:lnSpc>
                <a:spcPct val="100000"/>
              </a:lnSpc>
              <a:spcBef>
                <a:spcPts val="499"/>
              </a:spcBef>
              <a:buNone/>
              <a:tabLst>
                <a:tab algn="l" pos="0"/>
              </a:tabLst>
            </a:pPr>
            <a:r>
              <a:rPr lang="en-US" sz="1400" b="0" u="none" strike="noStrike">
                <a:solidFill>
                  <a:schemeClr val="dk2"/>
                </a:solidFill>
                <a:effectLst/>
                <a:uFillTx/>
                <a:latin typeface="Bahnschrift SemiLight"/>
              </a:rPr>
              <a:t>CSV dosyaları pandas kullanılarak pd.concat() ile birleştirildi ve Python programlama dili tercih edildi.</a:t>
            </a:r>
            <a:endParaRPr lang="en-US" sz="1400" b="0" u="none" strike="noStrike">
              <a:solidFill>
                <a:srgbClr val="000000"/>
              </a:solidFill>
              <a:effectLst/>
              <a:uFillTx/>
              <a:latin typeface="Arial"/>
            </a:endParaRPr>
          </a:p>
          <a:p>
            <a:pPr indent="0" defTabSz="914400">
              <a:lnSpc>
                <a:spcPct val="100000"/>
              </a:lnSpc>
              <a:spcBef>
                <a:spcPts val="2500"/>
              </a:spcBef>
              <a:buNone/>
              <a:tabLst>
                <a:tab algn="l" pos="0"/>
              </a:tabLst>
            </a:pPr>
            <a:r>
              <a:rPr lang="en-US" sz="1400" b="1" u="none" strike="noStrike">
                <a:solidFill>
                  <a:schemeClr val="dk2"/>
                </a:solidFill>
                <a:effectLst/>
                <a:uFillTx/>
                <a:latin typeface="Bahnschrift SemiLight"/>
              </a:rPr>
              <a:t>Veri Temizliği ve Kalite Kontrolü</a:t>
            </a:r>
            <a:endParaRPr lang="en-US" sz="1400" b="0" u="none" strike="noStrike">
              <a:solidFill>
                <a:srgbClr val="000000"/>
              </a:solidFill>
              <a:effectLst/>
              <a:uFillTx/>
              <a:latin typeface="Arial"/>
            </a:endParaRPr>
          </a:p>
          <a:p>
            <a:pPr indent="0" defTabSz="914400">
              <a:lnSpc>
                <a:spcPct val="100000"/>
              </a:lnSpc>
              <a:spcBef>
                <a:spcPts val="499"/>
              </a:spcBef>
              <a:buNone/>
              <a:tabLst>
                <a:tab algn="l" pos="0"/>
              </a:tabLst>
            </a:pPr>
            <a:r>
              <a:rPr lang="en-US" sz="1400" b="0" u="none" strike="noStrike">
                <a:solidFill>
                  <a:schemeClr val="dk2"/>
                </a:solidFill>
                <a:effectLst/>
                <a:uFillTx/>
                <a:latin typeface="Bahnschrift SemiLight"/>
              </a:rPr>
              <a:t>Eksik ve hatalı veriler dropna() ile temizlendi, sadece tutarlı gözlemler analiz kapsamına alındı.</a:t>
            </a:r>
            <a:endParaRPr lang="en-US" sz="1400" b="0" u="none" strike="noStrike">
              <a:solidFill>
                <a:srgbClr val="000000"/>
              </a:solidFill>
              <a:effectLst/>
              <a:uFillTx/>
              <a:latin typeface="Arial"/>
            </a:endParaRPr>
          </a:p>
          <a:p>
            <a:pPr indent="0" defTabSz="914400">
              <a:lnSpc>
                <a:spcPct val="100000"/>
              </a:lnSpc>
              <a:spcBef>
                <a:spcPts val="2500"/>
              </a:spcBef>
              <a:buNone/>
              <a:tabLst>
                <a:tab algn="l" pos="0"/>
              </a:tabLst>
            </a:pPr>
            <a:r>
              <a:rPr lang="en-US" sz="1400" b="1" u="none" strike="noStrike">
                <a:solidFill>
                  <a:schemeClr val="dk2"/>
                </a:solidFill>
                <a:effectLst/>
                <a:uFillTx/>
                <a:latin typeface="Bahnschrift SemiLight"/>
              </a:rPr>
              <a:t>Analiz İçin Hazırlık</a:t>
            </a:r>
            <a:endParaRPr lang="en-US" sz="1400" b="0" u="none" strike="noStrike">
              <a:solidFill>
                <a:srgbClr val="000000"/>
              </a:solidFill>
              <a:effectLst/>
              <a:uFillTx/>
              <a:latin typeface="Arial"/>
            </a:endParaRPr>
          </a:p>
          <a:p>
            <a:pPr indent="0" defTabSz="914400">
              <a:lnSpc>
                <a:spcPct val="100000"/>
              </a:lnSpc>
              <a:spcBef>
                <a:spcPts val="499"/>
              </a:spcBef>
              <a:buNone/>
              <a:tabLst>
                <a:tab algn="l" pos="0"/>
              </a:tabLst>
            </a:pPr>
            <a:r>
              <a:rPr lang="en-US" sz="1400" b="0" u="none" strike="noStrike">
                <a:solidFill>
                  <a:schemeClr val="dk2"/>
                </a:solidFill>
                <a:effectLst/>
                <a:uFillTx/>
                <a:latin typeface="Bahnschrift SemiLight"/>
              </a:rPr>
              <a:t>Veri ön işleme adımları, korelasyon analizi ve istatistiksel çıkarımlar için sağlam temel oluşturdu.</a:t>
            </a:r>
            <a:endParaRPr lang="en-US" sz="1400" b="0" u="none" strike="noStrike">
              <a:solidFill>
                <a:srgbClr val="000000"/>
              </a:solidFill>
              <a:effectLst/>
              <a:uFillTx/>
              <a:latin typeface="Arial"/>
            </a:endParaRPr>
          </a:p>
        </p:txBody>
      </p:sp>
    </p:spTree>
  </p:cSld>
  <p:transition>
    <p:fade/>
  </p:transition>
  <p:timing>
    <p:tnLst>
      <p:par>
        <p:cTn id="18" dur="indefinite" restart="never" nodeType="tmRoot">
          <p:childTnLst>
            <p:seq>
              <p:cTn id="19" dur="indefinite" nodeType="mainSeq">
                <p:childTnLst>
                  <p:par>
                    <p:cTn id="20" fill="hold">
                      <p:stCondLst>
                        <p:cond delay="0"/>
                      </p:stCondLst>
                      <p:childTnLst>
                        <p:par>
                          <p:cTn id="21" fill="hold">
                            <p:stCondLst>
                              <p:cond delay="0"/>
                            </p:stCondLst>
                            <p:childTnLst>
                              <p:par>
                                <p:cTn id="22" presetID="10" presetClass="entr" fill="hold" nodeType="withEffect">
                                  <p:stCondLst>
                                    <p:cond delay="250"/>
                                  </p:stCondLst>
                                  <p:iterate type="el">
                                    <p:tmAbs val="100"/>
                                  </p:iterate>
                                  <p:childTnLst>
                                    <p:set>
                                      <p:cBhvr>
                                        <p:cTn id="23" dur="1" fill="hold">
                                          <p:stCondLst>
                                            <p:cond delay="0"/>
                                          </p:stCondLst>
                                        </p:cTn>
                                        <p:tgtEl>
                                          <p:spTgt spid="375"/>
                                        </p:tgtEl>
                                        <p:attrNameLst>
                                          <p:attrName>style.visibility</p:attrName>
                                        </p:attrNameLst>
                                      </p:cBhvr>
                                      <p:to>
                                        <p:strVal val="visible"/>
                                      </p:to>
                                    </p:set>
                                    <p:animEffect filter="fade" transition="in">
                                      <p:cBhvr additive="repl">
                                        <p:cTn id="24" dur="500"/>
                                        <p:tgtEl>
                                          <p:spTgt spid="3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612720" y="685800"/>
            <a:ext cx="6856920" cy="111060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3800" b="0" u="none" strike="noStrike" cap="all">
                <a:solidFill>
                  <a:schemeClr val="dk2"/>
                </a:solidFill>
                <a:effectLst/>
                <a:uFillTx/>
                <a:latin typeface="Bahnschrift SemiLight"/>
              </a:rPr>
              <a:t>Uyku verımlılıgının buyuk verı ıle analızı</a:t>
            </a:r>
            <a:endParaRPr lang="en-US" sz="3800" b="0" u="none" strike="noStrike">
              <a:solidFill>
                <a:srgbClr val="000000"/>
              </a:solidFill>
              <a:effectLst/>
              <a:uFillTx/>
              <a:latin typeface="Arial"/>
            </a:endParaRPr>
          </a:p>
        </p:txBody>
      </p:sp>
      <p:sp>
        <p:nvSpPr>
          <p:cNvPr id="377" name="PlaceHolder 2"/>
          <p:cNvSpPr>
            <a:spLocks noGrp="1"/>
          </p:cNvSpPr>
          <p:nvPr>
            <p:ph/>
          </p:nvPr>
        </p:nvSpPr>
        <p:spPr>
          <a:xfrm>
            <a:off x="612720" y="1965960"/>
            <a:ext cx="6856920" cy="4199040"/>
          </a:xfrm>
          <a:prstGeom prst="rect">
            <a:avLst/>
          </a:prstGeom>
          <a:noFill/>
          <a:ln w="0">
            <a:noFill/>
          </a:ln>
        </p:spPr>
        <p:txBody>
          <a:bodyPr lIns="91440" rIns="91440" tIns="45720" bIns="45720" anchor="t">
            <a:normAutofit/>
          </a:bodyPr>
          <a:p>
            <a:pPr indent="0" defTabSz="914400">
              <a:lnSpc>
                <a:spcPct val="100000"/>
              </a:lnSpc>
              <a:spcBef>
                <a:spcPts val="2500"/>
              </a:spcBef>
              <a:buNone/>
              <a:tabLst>
                <a:tab algn="l" pos="0"/>
              </a:tabLst>
            </a:pPr>
            <a:r>
              <a:rPr lang="en-US" sz="2000" b="1" u="none" strike="noStrike">
                <a:solidFill>
                  <a:schemeClr val="dk2"/>
                </a:solidFill>
                <a:effectLst/>
                <a:uFillTx/>
                <a:latin typeface="Bahnschrift SemiLight"/>
              </a:rPr>
              <a:t>Veri Setlerinin Birleştirilmesi</a:t>
            </a:r>
            <a:endParaRPr lang="en-US" sz="2000" b="0" u="none" strike="noStrike">
              <a:solidFill>
                <a:srgbClr val="000000"/>
              </a:solidFill>
              <a:effectLst/>
              <a:uFillTx/>
              <a:latin typeface="Arial"/>
            </a:endParaRPr>
          </a:p>
          <a:p>
            <a:pPr indent="0" defTabSz="914400">
              <a:lnSpc>
                <a:spcPct val="100000"/>
              </a:lnSpc>
              <a:spcBef>
                <a:spcPts val="499"/>
              </a:spcBef>
              <a:buNone/>
              <a:tabLst>
                <a:tab algn="l" pos="0"/>
              </a:tabLst>
            </a:pPr>
            <a:r>
              <a:rPr lang="en-US" sz="2000" b="0" u="none" strike="noStrike">
                <a:solidFill>
                  <a:schemeClr val="dk2"/>
                </a:solidFill>
                <a:effectLst/>
                <a:uFillTx/>
                <a:latin typeface="Bahnschrift SemiLight"/>
              </a:rPr>
              <a:t>Analize başlanırken, uyku ve sağlık metriklerini içeren farklı veri setleri bir araya getirilmiştir. Python ortamında pandas kütüphanesi kullanılarak csv formatındaki veriler sisteme okutulmuştur. Daha sonra pd.concat() fonksiyonu ile farklı veri setleri birleştirilir ve dropna() komutuyla analizi etkileyebilecek eksik (NaN) değerler temizlenerek model için sağlam bir zemin hazırlanmıştır.</a:t>
            </a:r>
            <a:endParaRPr lang="en-US" sz="2000" b="0" u="none" strike="noStrike">
              <a:solidFill>
                <a:srgbClr val="000000"/>
              </a:solidFill>
              <a:effectLst/>
              <a:uFillTx/>
              <a:latin typeface="Arial"/>
            </a:endParaRPr>
          </a:p>
        </p:txBody>
      </p:sp>
    </p:spTree>
  </p:cSld>
  <p:transition>
    <p:fade/>
  </p:transition>
  <p:timing>
    <p:tnLst>
      <p:par>
        <p:cTn id="25" dur="indefinite" restart="never" nodeType="tmRoot">
          <p:childTnLst>
            <p:seq>
              <p:cTn id="26" dur="indefinite" nodeType="mainSeq">
                <p:childTnLst>
                  <p:par>
                    <p:cTn id="27" fill="hold">
                      <p:stCondLst>
                        <p:cond delay="0"/>
                      </p:stCondLst>
                      <p:childTnLst>
                        <p:par>
                          <p:cTn id="28" fill="hold">
                            <p:stCondLst>
                              <p:cond delay="0"/>
                            </p:stCondLst>
                            <p:childTnLst>
                              <p:par>
                                <p:cTn id="29" presetID="10" presetClass="entr" fill="hold" nodeType="withEffect">
                                  <p:stCondLst>
                                    <p:cond delay="250"/>
                                  </p:stCondLst>
                                  <p:iterate type="el">
                                    <p:tmAbs val="100"/>
                                  </p:iterate>
                                  <p:childTnLst>
                                    <p:set>
                                      <p:cBhvr>
                                        <p:cTn id="30" dur="1" fill="hold">
                                          <p:stCondLst>
                                            <p:cond delay="0"/>
                                          </p:stCondLst>
                                        </p:cTn>
                                        <p:tgtEl>
                                          <p:spTgt spid="377"/>
                                        </p:tgtEl>
                                        <p:attrNameLst>
                                          <p:attrName>style.visibility</p:attrName>
                                        </p:attrNameLst>
                                      </p:cBhvr>
                                      <p:to>
                                        <p:strVal val="visible"/>
                                      </p:to>
                                    </p:set>
                                    <p:animEffect filter="fade" transition="in">
                                      <p:cBhvr additive="repl">
                                        <p:cTn id="31" dur="5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612720" y="685800"/>
            <a:ext cx="6856920" cy="111060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3800" b="0" u="none" strike="noStrike" cap="all">
                <a:solidFill>
                  <a:schemeClr val="dk2"/>
                </a:solidFill>
                <a:effectLst/>
                <a:uFillTx/>
                <a:latin typeface="Bahnschrift SemiLight"/>
              </a:rPr>
              <a:t>Derin UyKU VE TOPLAM VERIMLILIK</a:t>
            </a:r>
            <a:endParaRPr lang="en-US" sz="3800" b="0" u="none" strike="noStrike">
              <a:solidFill>
                <a:srgbClr val="000000"/>
              </a:solidFill>
              <a:effectLst/>
              <a:uFillTx/>
              <a:latin typeface="Arial"/>
            </a:endParaRPr>
          </a:p>
        </p:txBody>
      </p:sp>
      <p:sp>
        <p:nvSpPr>
          <p:cNvPr id="379" name="PlaceHolder 2"/>
          <p:cNvSpPr>
            <a:spLocks noGrp="1"/>
          </p:cNvSpPr>
          <p:nvPr>
            <p:ph/>
          </p:nvPr>
        </p:nvSpPr>
        <p:spPr>
          <a:xfrm>
            <a:off x="685800" y="1972800"/>
            <a:ext cx="6856920" cy="4199040"/>
          </a:xfrm>
          <a:prstGeom prst="rect">
            <a:avLst/>
          </a:prstGeom>
          <a:noFill/>
          <a:ln w="0">
            <a:noFill/>
          </a:ln>
        </p:spPr>
        <p:txBody>
          <a:bodyPr lIns="91440" rIns="91440" tIns="45720" bIns="45720" anchor="t">
            <a:normAutofit/>
          </a:bodyPr>
          <a:p>
            <a:pPr indent="0" defTabSz="914400">
              <a:lnSpc>
                <a:spcPct val="100000"/>
              </a:lnSpc>
              <a:spcBef>
                <a:spcPts val="2500"/>
              </a:spcBef>
              <a:buNone/>
              <a:tabLst>
                <a:tab algn="l" pos="0"/>
              </a:tabLst>
            </a:pPr>
            <a:r>
              <a:rPr lang="en-US" sz="2000" b="0" u="none" strike="noStrike">
                <a:solidFill>
                  <a:schemeClr val="dk2"/>
                </a:solidFill>
                <a:effectLst/>
                <a:uFillTx/>
                <a:latin typeface="Bahnschrift SemiLight"/>
              </a:rPr>
              <a:t>Yapılan korelasyon analizleri, uyku verimliliği ile en güçlü pozitif ilişkinin 0.79 korelasyon değeri ile Derin Uyku (Deep Sleep) evresinde olduğunu gösermektedir. Bu sonuç, uykunun toplam süresinden ziyade derin uyku yüzdesi arttıkça uyku verimliliğinin de belirgin şekilde arttığını kanıtlamaktadır. Yani ne kadar uyuduğundan çok, uykunun kalitesi gün içindeki enerjiyi belirlemektedir.</a:t>
            </a:r>
            <a:endParaRPr lang="en-US" sz="2000" b="0" u="none" strike="noStrike">
              <a:solidFill>
                <a:srgbClr val="000000"/>
              </a:solidFill>
              <a:effectLst/>
              <a:uFillTx/>
              <a:latin typeface="Arial"/>
            </a:endParaRPr>
          </a:p>
        </p:txBody>
      </p:sp>
    </p:spTree>
  </p:cSld>
  <p:transition>
    <p:fade/>
  </p:transition>
  <p:timing>
    <p:tnLst>
      <p:par>
        <p:cTn id="32" dur="indefinite" restart="never" nodeType="tmRoot">
          <p:childTnLst>
            <p:seq>
              <p:cTn id="33" dur="indefinite" nodeType="mainSeq">
                <p:childTnLst>
                  <p:par>
                    <p:cTn id="34" fill="hold">
                      <p:stCondLst>
                        <p:cond delay="0"/>
                      </p:stCondLst>
                      <p:childTnLst>
                        <p:par>
                          <p:cTn id="35" fill="hold">
                            <p:stCondLst>
                              <p:cond delay="0"/>
                            </p:stCondLst>
                            <p:childTnLst>
                              <p:par>
                                <p:cTn id="36" presetID="10" presetClass="entr" fill="hold" nodeType="withEffect">
                                  <p:stCondLst>
                                    <p:cond delay="250"/>
                                  </p:stCondLst>
                                  <p:iterate type="el">
                                    <p:tmAbs val="100"/>
                                  </p:iterate>
                                  <p:childTnLst>
                                    <p:set>
                                      <p:cBhvr>
                                        <p:cTn id="37" dur="1" fill="hold">
                                          <p:stCondLst>
                                            <p:cond delay="0"/>
                                          </p:stCondLst>
                                        </p:cTn>
                                        <p:tgtEl>
                                          <p:spTgt spid="379"/>
                                        </p:tgtEl>
                                        <p:attrNameLst>
                                          <p:attrName>style.visibility</p:attrName>
                                        </p:attrNameLst>
                                      </p:cBhvr>
                                      <p:to>
                                        <p:strVal val="visible"/>
                                      </p:to>
                                    </p:set>
                                    <p:animEffect filter="fade" transition="in">
                                      <p:cBhvr additive="repl">
                                        <p:cTn id="38" dur="5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457200" y="457200"/>
            <a:ext cx="3362040" cy="199224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3800" b="0" u="none" strike="noStrike" cap="all">
                <a:solidFill>
                  <a:schemeClr val="dk2"/>
                </a:solidFill>
                <a:effectLst/>
                <a:uFillTx/>
                <a:latin typeface="Bahnschrift SemiLight"/>
              </a:rPr>
              <a:t>Hafif Uyku ve GECE UYANMALARI</a:t>
            </a:r>
            <a:endParaRPr lang="en-US" sz="3800" b="0" u="none" strike="noStrike">
              <a:solidFill>
                <a:srgbClr val="000000"/>
              </a:solidFill>
              <a:effectLst/>
              <a:uFillTx/>
              <a:latin typeface="Arial"/>
            </a:endParaRPr>
          </a:p>
        </p:txBody>
      </p:sp>
      <p:sp>
        <p:nvSpPr>
          <p:cNvPr id="381" name="PlaceHolder 2"/>
          <p:cNvSpPr>
            <a:spLocks noGrp="1"/>
          </p:cNvSpPr>
          <p:nvPr>
            <p:ph/>
          </p:nvPr>
        </p:nvSpPr>
        <p:spPr>
          <a:xfrm>
            <a:off x="360" y="2972160"/>
            <a:ext cx="6400080" cy="2742480"/>
          </a:xfrm>
          <a:prstGeom prst="rect">
            <a:avLst/>
          </a:prstGeom>
          <a:noFill/>
          <a:ln w="0">
            <a:noFill/>
          </a:ln>
        </p:spPr>
        <p:txBody>
          <a:bodyPr lIns="91440" rIns="91440" tIns="45720" bIns="45720" anchor="t">
            <a:normAutofit fontScale="62500" lnSpcReduction="19999"/>
          </a:bodyPr>
          <a:p>
            <a:pPr marL="432000" indent="0">
              <a:lnSpc>
                <a:spcPct val="100000"/>
              </a:lnSpc>
              <a:spcBef>
                <a:spcPts val="1417"/>
              </a:spcBef>
              <a:buNone/>
              <a:tabLst>
                <a:tab algn="l" pos="0"/>
              </a:tabLst>
            </a:pPr>
            <a:r>
              <a:rPr lang="en-US" sz="3200" b="0" u="none" strike="noStrike">
                <a:solidFill>
                  <a:srgbClr val="000000"/>
                </a:solidFill>
                <a:effectLst/>
                <a:uFillTx/>
                <a:latin typeface="Arial"/>
              </a:rPr>
              <a:t>Derin uykunun aksine, Hafif Uyku (Light Sleep) evresi uyku verimliliğiyle güçlü bir negatif korelasyona (-0.82) sahiptir. Uykusunun büyük kısmını hafif evrede geçiruvn. Uykusunun büyük kısmını hafif evrede geçiren bireyler kendilerini çok daha az dinlenmiş hissetmektedir. Ayrıca gece boyunca uyanma sayısı (Awakenings) arttıkça, uyku verimliliği yine beklenen şekilde ciddi oranda (-0.55 korelasyon) düşüş göstermektedir.</a:t>
            </a:r>
            <a:endParaRPr lang="en-US" sz="3200" b="0" u="none" strike="noStrike">
              <a:solidFill>
                <a:srgbClr val="000000"/>
              </a:solidFill>
              <a:effectLst/>
              <a:uFillTx/>
              <a:latin typeface="Arial"/>
            </a:endParaRPr>
          </a:p>
        </p:txBody>
      </p:sp>
    </p:spTree>
  </p:cSld>
  <p:transition>
    <p:fade/>
  </p:transition>
  <p:timing>
    <p:tnLst>
      <p:par>
        <p:cTn id="39" dur="indefinite" restart="never" nodeType="tmRoot">
          <p:childTnLst>
            <p:seq>
              <p:cTn id="40" dur="indefinite" nodeType="mainSeq">
                <p:childTnLst>
                  <p:par>
                    <p:cTn id="41" fill="hold">
                      <p:stCondLst>
                        <p:cond delay="0"/>
                      </p:stCondLst>
                      <p:childTnLst>
                        <p:par>
                          <p:cTn id="42" fill="hold">
                            <p:stCondLst>
                              <p:cond delay="0"/>
                            </p:stCondLst>
                            <p:childTnLst>
                              <p:par>
                                <p:cTn id="43" presetID="10" presetClass="entr" fill="hold" nodeType="withEffect">
                                  <p:stCondLst>
                                    <p:cond delay="250"/>
                                  </p:stCondLst>
                                  <p:iterate type="el">
                                    <p:tmAbs val="100"/>
                                  </p:iterate>
                                  <p:childTnLst>
                                    <p:set>
                                      <p:cBhvr>
                                        <p:cTn id="44" dur="1" fill="hold">
                                          <p:stCondLst>
                                            <p:cond delay="0"/>
                                          </p:stCondLst>
                                        </p:cTn>
                                        <p:tgtEl>
                                          <p:spTgt spid="381"/>
                                        </p:tgtEl>
                                        <p:attrNameLst>
                                          <p:attrName>style.visibility</p:attrName>
                                        </p:attrNameLst>
                                      </p:cBhvr>
                                      <p:to>
                                        <p:strVal val="visible"/>
                                      </p:to>
                                    </p:set>
                                    <p:animEffect filter="fade" transition="in">
                                      <p:cBhvr additive="repl">
                                        <p:cTn id="45"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457200" y="457200"/>
            <a:ext cx="3362040" cy="199224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3800" b="0" u="none" strike="noStrike" cap="all">
                <a:solidFill>
                  <a:schemeClr val="dk2"/>
                </a:solidFill>
                <a:effectLst/>
                <a:uFillTx/>
                <a:latin typeface="Bahnschrift SemiLight"/>
              </a:rPr>
              <a:t>Sigaranın sinir sistemine gizli etkısı</a:t>
            </a:r>
            <a:endParaRPr lang="en-US" sz="3800" b="0" u="none" strike="noStrike">
              <a:solidFill>
                <a:srgbClr val="000000"/>
              </a:solidFill>
              <a:effectLst/>
              <a:uFillTx/>
              <a:latin typeface="Arial"/>
            </a:endParaRPr>
          </a:p>
        </p:txBody>
      </p:sp>
      <p:sp>
        <p:nvSpPr>
          <p:cNvPr id="383" name="PlaceHolder 2"/>
          <p:cNvSpPr>
            <a:spLocks noGrp="1"/>
          </p:cNvSpPr>
          <p:nvPr>
            <p:ph/>
          </p:nvPr>
        </p:nvSpPr>
        <p:spPr>
          <a:xfrm>
            <a:off x="360" y="2972160"/>
            <a:ext cx="6400080" cy="2742480"/>
          </a:xfrm>
          <a:prstGeom prst="rect">
            <a:avLst/>
          </a:prstGeom>
          <a:noFill/>
          <a:ln w="0">
            <a:noFill/>
          </a:ln>
        </p:spPr>
        <p:txBody>
          <a:bodyPr lIns="91440" rIns="91440" tIns="45720" bIns="45720" anchor="t">
            <a:normAutofit fontScale="70000" lnSpcReduction="19999"/>
          </a:bodyPr>
          <a:p>
            <a:pPr marL="864000" indent="0">
              <a:lnSpc>
                <a:spcPct val="100000"/>
              </a:lnSpc>
              <a:spcBef>
                <a:spcPts val="1134"/>
              </a:spcBef>
              <a:buNone/>
              <a:tabLst>
                <a:tab algn="l" pos="0"/>
              </a:tabLst>
            </a:pPr>
            <a:r>
              <a:rPr lang="en-US" sz="2800" b="0" u="none" strike="noStrike">
                <a:solidFill>
                  <a:srgbClr val="000000"/>
                </a:solidFill>
                <a:effectLst/>
                <a:uFillTx/>
                <a:latin typeface="Arial"/>
              </a:rPr>
              <a:t>Yaşam tarzı faktörleri incelendiğinde, sigara kullanımının uyku verimliliği üzerinde yaklaşık %10 oranında negatif bir etkiye sahip olduğu görülmüştür. Verilere göre, sigara içmeyenlerin ortalama uyku verimliliği %81.7 iken, sigara içenlerde bu oran %73.4 seviyesine gerilemektedir. Analiz, sigaranın sinir sistemini uyararak uykunun bölünmesine ve kişinin hafif uyku evresinde kalmasına neden olduğunu doğrulamaktadır.</a:t>
            </a:r>
            <a:endParaRPr lang="en-US" sz="2800" b="0" u="none" strike="noStrike">
              <a:solidFill>
                <a:srgbClr val="000000"/>
              </a:solidFill>
              <a:effectLst/>
              <a:uFillTx/>
              <a:latin typeface="Arial"/>
            </a:endParaRPr>
          </a:p>
        </p:txBody>
      </p:sp>
      <p:pic>
        <p:nvPicPr>
          <p:cNvPr id="384" name=""/>
          <p:cNvPicPr/>
          <p:nvPr/>
        </p:nvPicPr>
        <p:blipFill>
          <a:blip r:embed="rId1"/>
          <a:stretch/>
        </p:blipFill>
        <p:spPr>
          <a:xfrm>
            <a:off x="6400800" y="1371600"/>
            <a:ext cx="5714640" cy="4343040"/>
          </a:xfrm>
          <a:prstGeom prst="rect">
            <a:avLst/>
          </a:prstGeom>
          <a:noFill/>
          <a:ln w="0">
            <a:noFill/>
          </a:ln>
        </p:spPr>
      </p:pic>
    </p:spTree>
  </p:cSld>
  <p:transition>
    <p:fade/>
  </p:transition>
  <p:timing>
    <p:tnLst>
      <p:par>
        <p:cTn id="46" dur="indefinite" restart="never" nodeType="tmRoot">
          <p:childTnLst>
            <p:seq>
              <p:cTn id="47" dur="indefinite" nodeType="mainSeq">
                <p:childTnLst>
                  <p:par>
                    <p:cTn id="48" fill="hold">
                      <p:stCondLst>
                        <p:cond delay="0"/>
                      </p:stCondLst>
                      <p:childTnLst>
                        <p:par>
                          <p:cTn id="49" fill="hold">
                            <p:stCondLst>
                              <p:cond delay="0"/>
                            </p:stCondLst>
                            <p:childTnLst>
                              <p:par>
                                <p:cTn id="50" presetID="10" presetClass="entr" fill="hold" nodeType="withEffect">
                                  <p:stCondLst>
                                    <p:cond delay="250"/>
                                  </p:stCondLst>
                                  <p:iterate type="el">
                                    <p:tmAbs val="100"/>
                                  </p:iterate>
                                  <p:childTnLst>
                                    <p:set>
                                      <p:cBhvr>
                                        <p:cTn id="51" dur="1" fill="hold">
                                          <p:stCondLst>
                                            <p:cond delay="0"/>
                                          </p:stCondLst>
                                        </p:cTn>
                                        <p:tgtEl>
                                          <p:spTgt spid="383"/>
                                        </p:tgtEl>
                                        <p:attrNameLst>
                                          <p:attrName>style.visibility</p:attrName>
                                        </p:attrNameLst>
                                      </p:cBhvr>
                                      <p:to>
                                        <p:strVal val="visible"/>
                                      </p:to>
                                    </p:set>
                                    <p:animEffect filter="fade" transition="in">
                                      <p:cBhvr additive="repl">
                                        <p:cTn id="52" dur="5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612720" y="685800"/>
            <a:ext cx="10962720" cy="76104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4600" b="0" u="none" strike="noStrike" cap="all">
                <a:solidFill>
                  <a:schemeClr val="dk2"/>
                </a:solidFill>
                <a:effectLst/>
                <a:uFillTx/>
                <a:latin typeface="Bahnschrift SemiLight"/>
              </a:rPr>
              <a:t>Alkol Tüketimi ve Uyku Verimliliği</a:t>
            </a:r>
            <a:endParaRPr lang="en-US" sz="4600" b="0" u="none" strike="noStrike">
              <a:solidFill>
                <a:srgbClr val="000000"/>
              </a:solidFill>
              <a:effectLst/>
              <a:uFillTx/>
              <a:latin typeface="Arial"/>
            </a:endParaRPr>
          </a:p>
        </p:txBody>
      </p:sp>
      <p:sp>
        <p:nvSpPr>
          <p:cNvPr id="386" name=""/>
          <p:cNvSpPr/>
          <p:nvPr/>
        </p:nvSpPr>
        <p:spPr>
          <a:xfrm>
            <a:off x="685800" y="2057400"/>
            <a:ext cx="5943240" cy="3885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rPr>
              <a:t>Veri setinde, hiç alkol almayan bireylerin 0.83 ile en yüksek uyku verimliliğine sahip olduğu saptanmıştır. Alkol tüketim miktarı arttıkça verimlilikte genel bir düşüş ve dalgalanmalar yaşanmaktadır. Özellikle yatmadan önce alınan 2 birim ve üzeri alkol tüketiminin, uyku döngüsünü bozarak verimliliği ciddi oranda düşürdüğü sayısal olarak kanıtlanmıştır.</a:t>
            </a:r>
            <a:endParaRPr lang="en-US" sz="1800" b="0" u="none" strike="noStrike">
              <a:solidFill>
                <a:srgbClr val="000000"/>
              </a:solidFill>
              <a:effectLst/>
              <a:uFillTx/>
              <a:latin typeface="Arial"/>
            </a:endParaRPr>
          </a:p>
        </p:txBody>
      </p:sp>
      <p:pic>
        <p:nvPicPr>
          <p:cNvPr id="387" name=""/>
          <p:cNvPicPr/>
          <p:nvPr/>
        </p:nvPicPr>
        <p:blipFill>
          <a:blip r:embed="rId1"/>
          <a:stretch/>
        </p:blipFill>
        <p:spPr>
          <a:xfrm>
            <a:off x="6629400" y="2057400"/>
            <a:ext cx="4933080" cy="4190400"/>
          </a:xfrm>
          <a:prstGeom prst="rect">
            <a:avLst/>
          </a:prstGeom>
          <a:noFill/>
          <a:ln w="0">
            <a:noFill/>
          </a:ln>
        </p:spPr>
      </p:pic>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609480" y="685800"/>
            <a:ext cx="4563720" cy="142560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3400" b="0" u="none" strike="noStrike" cap="all">
                <a:solidFill>
                  <a:schemeClr val="dk2"/>
                </a:solidFill>
                <a:effectLst/>
                <a:uFillTx/>
                <a:latin typeface="Bahnschrift SemiLight"/>
              </a:rPr>
              <a:t>FIZIKSEL AKTIVITE VE DERIN UYKU </a:t>
            </a:r>
            <a:endParaRPr lang="en-US" sz="3400" b="0" u="none" strike="noStrike">
              <a:solidFill>
                <a:srgbClr val="000000"/>
              </a:solidFill>
              <a:effectLst/>
              <a:uFillTx/>
              <a:latin typeface="Arial"/>
            </a:endParaRPr>
          </a:p>
        </p:txBody>
      </p:sp>
      <p:pic>
        <p:nvPicPr>
          <p:cNvPr id="389" name=""/>
          <p:cNvPicPr/>
          <p:nvPr/>
        </p:nvPicPr>
        <p:blipFill>
          <a:blip r:embed="rId1"/>
          <a:stretch/>
        </p:blipFill>
        <p:spPr>
          <a:xfrm>
            <a:off x="436320" y="2514600"/>
            <a:ext cx="5049360" cy="3428280"/>
          </a:xfrm>
          <a:prstGeom prst="rect">
            <a:avLst/>
          </a:prstGeom>
          <a:noFill/>
          <a:ln w="0">
            <a:noFill/>
          </a:ln>
        </p:spPr>
      </p:pic>
      <p:sp>
        <p:nvSpPr>
          <p:cNvPr id="390" name=""/>
          <p:cNvSpPr/>
          <p:nvPr/>
        </p:nvSpPr>
        <p:spPr>
          <a:xfrm>
            <a:off x="5531760" y="2514600"/>
            <a:ext cx="6355080" cy="3428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rPr>
              <a:t>Egzersiz sıklığı ile uyku verimliliği</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arasında doğru orantılı ve pozitif</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bir ilişki tespit edilmiştir. Düzenli egzersiz yapmak, uyku kalitesini doğrudan artırmaktadır.</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Bu istatistiksel sonuç, gün içindeki fiziksel yorgunluğun, uykunun en dinlendirici kısmı olan Derin Uyku evresine girişi kolaylaştırdığı yönündeki bilimsel hipotezi güçlü bir şekilde desteklemektedir.</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7010280" y="685800"/>
            <a:ext cx="4560480" cy="1370160"/>
          </a:xfrm>
          <a:prstGeom prst="rect">
            <a:avLst/>
          </a:prstGeom>
          <a:noFill/>
          <a:ln w="0">
            <a:noFill/>
          </a:ln>
        </p:spPr>
        <p:txBody>
          <a:bodyPr lIns="91440" rIns="91440" tIns="45720" bIns="45720" anchor="b">
            <a:normAutofit lnSpcReduction="9999"/>
          </a:bodyPr>
          <a:p>
            <a:pPr indent="0" defTabSz="914400">
              <a:lnSpc>
                <a:spcPct val="80000"/>
              </a:lnSpc>
              <a:buNone/>
              <a:tabLst>
                <a:tab algn="l" pos="0"/>
              </a:tabLst>
            </a:pPr>
            <a:r>
              <a:rPr lang="en-US" sz="3800" b="0" u="none" strike="noStrike" cap="all">
                <a:solidFill>
                  <a:schemeClr val="dk2"/>
                </a:solidFill>
                <a:effectLst/>
                <a:uFillTx/>
                <a:latin typeface="Bahnschrift SemiLight"/>
              </a:rPr>
              <a:t>KATEGORIK DEGISKENLERIN ANALIZI</a:t>
            </a:r>
            <a:endParaRPr lang="en-US" sz="3800" b="0" u="none" strike="noStrike">
              <a:solidFill>
                <a:srgbClr val="000000"/>
              </a:solidFill>
              <a:effectLst/>
              <a:uFillTx/>
              <a:latin typeface="Arial"/>
            </a:endParaRPr>
          </a:p>
        </p:txBody>
      </p:sp>
      <p:pic>
        <p:nvPicPr>
          <p:cNvPr id="392" name=""/>
          <p:cNvPicPr/>
          <p:nvPr/>
        </p:nvPicPr>
        <p:blipFill>
          <a:blip r:embed="rId1"/>
          <a:stretch/>
        </p:blipFill>
        <p:spPr>
          <a:xfrm>
            <a:off x="279720" y="1143000"/>
            <a:ext cx="6348960" cy="4571280"/>
          </a:xfrm>
          <a:prstGeom prst="rect">
            <a:avLst/>
          </a:prstGeom>
          <a:noFill/>
          <a:ln w="0">
            <a:noFill/>
          </a:ln>
        </p:spPr>
      </p:pic>
      <p:sp>
        <p:nvSpPr>
          <p:cNvPr id="393" name=""/>
          <p:cNvSpPr/>
          <p:nvPr/>
        </p:nvSpPr>
        <p:spPr>
          <a:xfrm>
            <a:off x="6813720" y="2494800"/>
            <a:ext cx="5301720" cy="3219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rPr>
              <a:t>Demografik değişkenlerin</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etkisini görmek için Python'un</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seaborn kütüphanesi kullanılmıştır.</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sns.swarmplot(data=df_final,</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X='BMI Category', y='Sleep duration', hue='Occupation') kod dizilimiyle, Vücut Kitle Endeksi (BMI) kategorileri ile Uyku Süresi arasındaki ilişki Meslek (Occupation) kırılımında</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görselleştirilmiştir. Bu sayede meslek gruplarının uyku süreleri üzerindeki ilginç dağılımları haritalandırılmıştır.</a:t>
            </a:r>
            <a:endParaRPr lang="en-US" sz="1800" b="0" u="none" strike="noStrike">
              <a:solidFill>
                <a:srgbClr val="000000"/>
              </a:solidFill>
              <a:effectLst/>
              <a:uFillTx/>
              <a:latin typeface="Arial"/>
            </a:endParaRPr>
          </a:p>
        </p:txBody>
      </p:sp>
    </p:spTree>
  </p:cSld>
  <p:transition>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612720" y="685800"/>
            <a:ext cx="6856920" cy="1110600"/>
          </a:xfrm>
          <a:prstGeom prst="rect">
            <a:avLst/>
          </a:prstGeom>
          <a:noFill/>
          <a:ln w="0">
            <a:noFill/>
          </a:ln>
        </p:spPr>
        <p:txBody>
          <a:bodyPr lIns="91440" rIns="91440" tIns="45720" bIns="45720" anchor="b">
            <a:normAutofit/>
          </a:bodyPr>
          <a:p>
            <a:pPr indent="0" defTabSz="914400">
              <a:lnSpc>
                <a:spcPct val="80000"/>
              </a:lnSpc>
              <a:buNone/>
              <a:tabLst>
                <a:tab algn="l" pos="0"/>
              </a:tabLst>
            </a:pPr>
            <a:r>
              <a:rPr lang="en-US" sz="3800" b="0" u="none" strike="noStrike" cap="all">
                <a:solidFill>
                  <a:schemeClr val="dk2"/>
                </a:solidFill>
                <a:effectLst/>
                <a:uFillTx/>
                <a:latin typeface="Bahnschrift SemiLight"/>
              </a:rPr>
              <a:t>ANALIZ KISITLARI VE VERI KALITESI</a:t>
            </a:r>
            <a:endParaRPr lang="en-US" sz="3800" b="0" u="none" strike="noStrike">
              <a:solidFill>
                <a:srgbClr val="000000"/>
              </a:solidFill>
              <a:effectLst/>
              <a:uFillTx/>
              <a:latin typeface="Arial"/>
            </a:endParaRPr>
          </a:p>
        </p:txBody>
      </p:sp>
      <p:pic>
        <p:nvPicPr>
          <p:cNvPr id="395" name="Content Placeholder 4" descr="Nesnelerin İnterneti Kavramı"/>
          <p:cNvPicPr/>
          <p:nvPr/>
        </p:nvPicPr>
        <p:blipFill>
          <a:blip r:embed="rId1">
            <a:alphaModFix amt="60000"/>
          </a:blip>
          <a:srcRect l="25388" t="0" r="34719" b="0"/>
          <a:stretch/>
        </p:blipFill>
        <p:spPr>
          <a:xfrm>
            <a:off x="8091720" y="0"/>
            <a:ext cx="4099320" cy="6856920"/>
          </a:xfrm>
          <a:prstGeom prst="rect">
            <a:avLst/>
          </a:prstGeom>
          <a:blipFill rotWithShape="0">
            <a:blip r:embed="rId2">
              <a:alphaModFix amt="60000"/>
            </a:blip>
            <a:srcRect l="80483" t="0" r="110066" b="0"/>
            <a:stretch/>
          </a:blipFill>
          <a:ln w="0">
            <a:noFill/>
          </a:ln>
        </p:spPr>
      </p:pic>
      <p:sp>
        <p:nvSpPr>
          <p:cNvPr id="396" name=""/>
          <p:cNvSpPr/>
          <p:nvPr/>
        </p:nvSpPr>
        <p:spPr>
          <a:xfrm>
            <a:off x="685800" y="2494800"/>
            <a:ext cx="6629040" cy="3448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rPr>
              <a:t>Büyük veri setleri incelenirken bazı uç</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değerler (outliers) ve eksiklikler</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saptanmıştır. Özellikle alkol ve kafein tüketimi gibi kişilerin beyanına dayalı olan verilerde ölçüm hataları olabileceği değerlendirilmektedir.</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Gelecekte kurulacak makine öğrenmesi ve</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tahmin modellerinin doğruluğunu artırmak için, bu tür tüketim değişkenlerinin gram veya miligram bazında daha hassas ölçülmesi gerekmektedir.</a:t>
            </a:r>
            <a:endParaRPr lang="en-US" sz="1800" b="0" u="none" strike="noStrike">
              <a:solidFill>
                <a:srgbClr val="000000"/>
              </a:solidFill>
              <a:effectLst/>
              <a:uFillTx/>
              <a:latin typeface="Arial"/>
            </a:endParaRPr>
          </a:p>
        </p:txBody>
      </p:sp>
    </p:spTree>
  </p:cSld>
  <p:transition>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615600" y="685800"/>
            <a:ext cx="2747160" cy="2742120"/>
          </a:xfrm>
          <a:prstGeom prst="rect">
            <a:avLst/>
          </a:prstGeom>
          <a:noFill/>
          <a:ln w="0">
            <a:noFill/>
          </a:ln>
        </p:spPr>
        <p:txBody>
          <a:bodyPr lIns="91440" rIns="91440" tIns="45720" bIns="45720" anchor="t">
            <a:normAutofit/>
          </a:bodyPr>
          <a:p>
            <a:pPr indent="0" defTabSz="914400">
              <a:lnSpc>
                <a:spcPct val="80000"/>
              </a:lnSpc>
              <a:buNone/>
              <a:tabLst>
                <a:tab algn="l" pos="0"/>
              </a:tabLst>
            </a:pPr>
            <a:r>
              <a:rPr lang="en-US" sz="4600" b="0" u="none" strike="noStrike" cap="all">
                <a:solidFill>
                  <a:schemeClr val="dk2"/>
                </a:solidFill>
                <a:effectLst/>
                <a:uFillTx/>
                <a:latin typeface="Bahnschrift SemiLight"/>
              </a:rPr>
              <a:t>Sonuç: verıye dayalı sağlık</a:t>
            </a:r>
            <a:endParaRPr lang="en-US" sz="4600" b="0" u="none" strike="noStrike">
              <a:solidFill>
                <a:srgbClr val="000000"/>
              </a:solidFill>
              <a:effectLst/>
              <a:uFillTx/>
              <a:latin typeface="Arial"/>
            </a:endParaRPr>
          </a:p>
        </p:txBody>
      </p:sp>
      <p:sp>
        <p:nvSpPr>
          <p:cNvPr id="398" name=""/>
          <p:cNvSpPr/>
          <p:nvPr/>
        </p:nvSpPr>
        <p:spPr>
          <a:xfrm>
            <a:off x="457200" y="3180600"/>
            <a:ext cx="5714640" cy="3448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rPr>
              <a:t>Yapılan bu geniş çaplı analiz sonucunda;</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bireylerin uyku verimliliğini maksimize etmeleri için alkol ve sigara gibi sinir sistemini</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bölen maddelerden uzak durmaları ve</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düzenli fiziksel egzersizi rutin haline</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getirmeleri gerektiği verilerle ispatlanmıştır.</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Derin uyku kalitesini artırmak, sağlıklı ve üretken bir yaşam için en kritik temel taşıdır.</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Dinlediğiniz için teşekkürler.</a:t>
            </a:r>
            <a:endParaRPr lang="en-US" sz="1800" b="0" u="none" strike="noStrike">
              <a:solidFill>
                <a:srgbClr val="000000"/>
              </a:solidFill>
              <a:effectLst/>
              <a:uFillTx/>
              <a:latin typeface="Arial"/>
            </a:endParaRPr>
          </a:p>
        </p:txBody>
      </p:sp>
    </p:spTree>
  </p:cSld>
  <p:transition>
    <p:fade/>
  </p:transition>
</p:sld>
</file>

<file path=ppt/theme/theme1.xml><?xml version="1.0" encoding="utf-8"?>
<a:theme xmlns:a="http://schemas.openxmlformats.org/drawingml/2006/main" xmlns:r="http://schemas.openxmlformats.org/officeDocument/2006/relationships" name="Zarif blok yapı">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pitchFamily="0" charset="1"/>
        <a:ea typeface=""/>
        <a:cs typeface=""/>
      </a:majorFont>
      <a:minorFont>
        <a:latin typeface="Bahnschrift Semi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LibreOffice/25.8.5.2$Windows_X86_64 LibreOffice_project/9c8b85f387cc00a89945a79c9e6239f32e450ac2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sezinb@anadolu.edu.tr</dc:creator>
  <dc:description/>
  <dc:language>en-US</dc:language>
  <cp:lastModifiedBy/>
  <dcterms:modified xsi:type="dcterms:W3CDTF">2026-04-26T14:35:17Z</dcterms:modified>
  <cp:revision>3</cp:revision>
  <dc:subject/>
  <dc:title/>
</cp:coreProperties>
</file>

<file path=docProps/custom.xml><?xml version="1.0" encoding="utf-8"?>
<Properties xmlns="http://schemas.openxmlformats.org/officeDocument/2006/custom-properties" xmlns:vt="http://schemas.openxmlformats.org/officeDocument/2006/docPropsVTypes"/>
</file>